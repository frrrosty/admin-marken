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B4CDC5A4-4587-452C-A286-4044AA8C871C}">
          <p14:sldIdLst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D3D"/>
    <a:srgbClr val="2B8F2B"/>
    <a:srgbClr val="001313"/>
    <a:srgbClr val="048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DA626C-F997-4F75-A06B-ED85DADA68BB}" v="39" dt="2023-07-10T19:00:20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32" autoAdjust="0"/>
    <p:restoredTop sz="94660"/>
  </p:normalViewPr>
  <p:slideViewPr>
    <p:cSldViewPr snapToGrid="0">
      <p:cViewPr varScale="1">
        <p:scale>
          <a:sx n="56" d="100"/>
          <a:sy n="56" d="100"/>
        </p:scale>
        <p:origin x="1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Müller" userId="7759c5a20bbff9ce" providerId="LiveId" clId="{81DA626C-F997-4F75-A06B-ED85DADA68BB}"/>
    <pc:docChg chg="undo custSel addSld delSld modSld modMainMaster modSection">
      <pc:chgData name="Samuel Müller" userId="7759c5a20bbff9ce" providerId="LiveId" clId="{81DA626C-F997-4F75-A06B-ED85DADA68BB}" dt="2023-07-11T08:00:09.732" v="737" actId="47"/>
      <pc:docMkLst>
        <pc:docMk/>
      </pc:docMkLst>
      <pc:sldChg chg="modSp del">
        <pc:chgData name="Samuel Müller" userId="7759c5a20bbff9ce" providerId="LiveId" clId="{81DA626C-F997-4F75-A06B-ED85DADA68BB}" dt="2023-07-11T08:00:09.732" v="737" actId="47"/>
        <pc:sldMkLst>
          <pc:docMk/>
          <pc:sldMk cId="857624663" sldId="256"/>
        </pc:sldMkLst>
        <pc:picChg chg="mod">
          <ac:chgData name="Samuel Müller" userId="7759c5a20bbff9ce" providerId="LiveId" clId="{81DA626C-F997-4F75-A06B-ED85DADA68BB}" dt="2023-07-10T18:49:29.830" v="590"/>
          <ac:picMkLst>
            <pc:docMk/>
            <pc:sldMk cId="857624663" sldId="256"/>
            <ac:picMk id="17" creationId="{6A4EAEAB-4BEC-75C1-18EE-18972B9F18C9}"/>
          </ac:picMkLst>
        </pc:picChg>
      </pc:sldChg>
      <pc:sldChg chg="addSp delSp modSp mod">
        <pc:chgData name="Samuel Müller" userId="7759c5a20bbff9ce" providerId="LiveId" clId="{81DA626C-F997-4F75-A06B-ED85DADA68BB}" dt="2023-07-10T18:57:55.128" v="677" actId="478"/>
        <pc:sldMkLst>
          <pc:docMk/>
          <pc:sldMk cId="1748470458" sldId="257"/>
        </pc:sldMkLst>
        <pc:spChg chg="del mod topLvl">
          <ac:chgData name="Samuel Müller" userId="7759c5a20bbff9ce" providerId="LiveId" clId="{81DA626C-F997-4F75-A06B-ED85DADA68BB}" dt="2023-07-10T18:34:17.963" v="401"/>
          <ac:spMkLst>
            <pc:docMk/>
            <pc:sldMk cId="1748470458" sldId="257"/>
            <ac:spMk id="2" creationId="{6ECE9578-E199-9259-C6E3-A8106ED673CA}"/>
          </ac:spMkLst>
        </pc:spChg>
        <pc:spChg chg="del mod topLvl">
          <ac:chgData name="Samuel Müller" userId="7759c5a20bbff9ce" providerId="LiveId" clId="{81DA626C-F997-4F75-A06B-ED85DADA68BB}" dt="2023-07-10T18:34:17.963" v="401"/>
          <ac:spMkLst>
            <pc:docMk/>
            <pc:sldMk cId="1748470458" sldId="257"/>
            <ac:spMk id="3" creationId="{FFF9A430-3F29-B6DD-AEDB-E6A3DFBB2E45}"/>
          </ac:spMkLst>
        </pc:spChg>
        <pc:spChg chg="add del mod topLvl">
          <ac:chgData name="Samuel Müller" userId="7759c5a20bbff9ce" providerId="LiveId" clId="{81DA626C-F997-4F75-A06B-ED85DADA68BB}" dt="2023-07-10T18:34:17.963" v="401"/>
          <ac:spMkLst>
            <pc:docMk/>
            <pc:sldMk cId="1748470458" sldId="257"/>
            <ac:spMk id="4" creationId="{3AFB9480-5D89-D35C-498B-73F2B65A4B65}"/>
          </ac:spMkLst>
        </pc:spChg>
        <pc:spChg chg="del mod">
          <ac:chgData name="Samuel Müller" userId="7759c5a20bbff9ce" providerId="LiveId" clId="{81DA626C-F997-4F75-A06B-ED85DADA68BB}" dt="2023-07-10T18:34:17.963" v="401"/>
          <ac:spMkLst>
            <pc:docMk/>
            <pc:sldMk cId="1748470458" sldId="257"/>
            <ac:spMk id="5" creationId="{01B7A98D-E946-F209-83E4-0853F9C994C9}"/>
          </ac:spMkLst>
        </pc:spChg>
        <pc:spChg chg="add del mod topLvl">
          <ac:chgData name="Samuel Müller" userId="7759c5a20bbff9ce" providerId="LiveId" clId="{81DA626C-F997-4F75-A06B-ED85DADA68BB}" dt="2023-07-10T18:29:25.882" v="82"/>
          <ac:spMkLst>
            <pc:docMk/>
            <pc:sldMk cId="1748470458" sldId="257"/>
            <ac:spMk id="6" creationId="{58A7C8C0-D673-05FF-9268-6F848F801C89}"/>
          </ac:spMkLst>
        </pc:spChg>
        <pc:spChg chg="add del mod topLvl">
          <ac:chgData name="Samuel Müller" userId="7759c5a20bbff9ce" providerId="LiveId" clId="{81DA626C-F997-4F75-A06B-ED85DADA68BB}" dt="2023-07-10T18:29:25.882" v="82"/>
          <ac:spMkLst>
            <pc:docMk/>
            <pc:sldMk cId="1748470458" sldId="257"/>
            <ac:spMk id="7" creationId="{AEC88DBF-0DC6-918F-C0D8-FE9FE935E1F5}"/>
          </ac:spMkLst>
        </pc:spChg>
        <pc:spChg chg="del mod">
          <ac:chgData name="Samuel Müller" userId="7759c5a20bbff9ce" providerId="LiveId" clId="{81DA626C-F997-4F75-A06B-ED85DADA68BB}" dt="2023-07-10T18:32:31.208" v="298" actId="478"/>
          <ac:spMkLst>
            <pc:docMk/>
            <pc:sldMk cId="1748470458" sldId="257"/>
            <ac:spMk id="8" creationId="{F0850E40-5C72-3E33-6FAB-F34CD8A4AB41}"/>
          </ac:spMkLst>
        </pc:spChg>
        <pc:spChg chg="add del mod">
          <ac:chgData name="Samuel Müller" userId="7759c5a20bbff9ce" providerId="LiveId" clId="{81DA626C-F997-4F75-A06B-ED85DADA68BB}" dt="2023-07-10T18:36:01.547" v="462"/>
          <ac:spMkLst>
            <pc:docMk/>
            <pc:sldMk cId="1748470458" sldId="257"/>
            <ac:spMk id="9" creationId="{95EDF4F4-FDB8-7F81-AB43-33A0C21834B2}"/>
          </ac:spMkLst>
        </pc:spChg>
        <pc:spChg chg="add del mod">
          <ac:chgData name="Samuel Müller" userId="7759c5a20bbff9ce" providerId="LiveId" clId="{81DA626C-F997-4F75-A06B-ED85DADA68BB}" dt="2023-07-10T18:32:59.791" v="309" actId="478"/>
          <ac:spMkLst>
            <pc:docMk/>
            <pc:sldMk cId="1748470458" sldId="257"/>
            <ac:spMk id="10" creationId="{421B5AC3-9C7B-6483-7FDD-BC751BDF0360}"/>
          </ac:spMkLst>
        </pc:spChg>
        <pc:spChg chg="add del mod">
          <ac:chgData name="Samuel Müller" userId="7759c5a20bbff9ce" providerId="LiveId" clId="{81DA626C-F997-4F75-A06B-ED85DADA68BB}" dt="2023-07-10T18:32:56.576" v="307"/>
          <ac:spMkLst>
            <pc:docMk/>
            <pc:sldMk cId="1748470458" sldId="257"/>
            <ac:spMk id="11" creationId="{67FA5F9E-A21A-F03D-8DB5-7D35F83DC891}"/>
          </ac:spMkLst>
        </pc:spChg>
        <pc:spChg chg="add del mod">
          <ac:chgData name="Samuel Müller" userId="7759c5a20bbff9ce" providerId="LiveId" clId="{81DA626C-F997-4F75-A06B-ED85DADA68BB}" dt="2023-07-10T18:32:56.576" v="307"/>
          <ac:spMkLst>
            <pc:docMk/>
            <pc:sldMk cId="1748470458" sldId="257"/>
            <ac:spMk id="12" creationId="{BAC3A555-A2FC-DB7D-B9C3-AE89E869D0D4}"/>
          </ac:spMkLst>
        </pc:spChg>
        <pc:spChg chg="del mod">
          <ac:chgData name="Samuel Müller" userId="7759c5a20bbff9ce" providerId="LiveId" clId="{81DA626C-F997-4F75-A06B-ED85DADA68BB}" dt="2023-07-10T18:34:43.062" v="411"/>
          <ac:spMkLst>
            <pc:docMk/>
            <pc:sldMk cId="1748470458" sldId="257"/>
            <ac:spMk id="13" creationId="{FE099147-85EB-2589-31DA-0124951FF637}"/>
          </ac:spMkLst>
        </pc:spChg>
        <pc:spChg chg="del mod">
          <ac:chgData name="Samuel Müller" userId="7759c5a20bbff9ce" providerId="LiveId" clId="{81DA626C-F997-4F75-A06B-ED85DADA68BB}" dt="2023-07-10T18:36:01.547" v="462"/>
          <ac:spMkLst>
            <pc:docMk/>
            <pc:sldMk cId="1748470458" sldId="257"/>
            <ac:spMk id="14" creationId="{D4625A10-72D0-9A50-11C6-FF0C90092921}"/>
          </ac:spMkLst>
        </pc:spChg>
        <pc:spChg chg="del mod">
          <ac:chgData name="Samuel Müller" userId="7759c5a20bbff9ce" providerId="LiveId" clId="{81DA626C-F997-4F75-A06B-ED85DADA68BB}" dt="2023-07-10T18:35:04.851" v="425" actId="478"/>
          <ac:spMkLst>
            <pc:docMk/>
            <pc:sldMk cId="1748470458" sldId="257"/>
            <ac:spMk id="15" creationId="{A1E3A693-41C9-1DB4-A470-E9748EFEB3B0}"/>
          </ac:spMkLst>
        </pc:spChg>
        <pc:spChg chg="del mod topLvl">
          <ac:chgData name="Samuel Müller" userId="7759c5a20bbff9ce" providerId="LiveId" clId="{81DA626C-F997-4F75-A06B-ED85DADA68BB}" dt="2023-07-10T18:34:17.963" v="401"/>
          <ac:spMkLst>
            <pc:docMk/>
            <pc:sldMk cId="1748470458" sldId="257"/>
            <ac:spMk id="16" creationId="{3EB35B6F-9944-3EA2-649C-61F581B1DDFE}"/>
          </ac:spMkLst>
        </pc:spChg>
        <pc:spChg chg="del mod">
          <ac:chgData name="Samuel Müller" userId="7759c5a20bbff9ce" providerId="LiveId" clId="{81DA626C-F997-4F75-A06B-ED85DADA68BB}" dt="2023-07-10T18:36:01.547" v="462"/>
          <ac:spMkLst>
            <pc:docMk/>
            <pc:sldMk cId="1748470458" sldId="257"/>
            <ac:spMk id="17" creationId="{B3AC8D72-1CB6-6863-1825-7284B490983C}"/>
          </ac:spMkLst>
        </pc:spChg>
        <pc:spChg chg="del mod">
          <ac:chgData name="Samuel Müller" userId="7759c5a20bbff9ce" providerId="LiveId" clId="{81DA626C-F997-4F75-A06B-ED85DADA68BB}" dt="2023-07-10T18:34:43.062" v="411"/>
          <ac:spMkLst>
            <pc:docMk/>
            <pc:sldMk cId="1748470458" sldId="257"/>
            <ac:spMk id="18" creationId="{66611049-F2F0-D45B-ED31-0DC1DB67C856}"/>
          </ac:spMkLst>
        </pc:spChg>
        <pc:spChg chg="del mod topLvl">
          <ac:chgData name="Samuel Müller" userId="7759c5a20bbff9ce" providerId="LiveId" clId="{81DA626C-F997-4F75-A06B-ED85DADA68BB}" dt="2023-07-10T18:34:17.963" v="401"/>
          <ac:spMkLst>
            <pc:docMk/>
            <pc:sldMk cId="1748470458" sldId="257"/>
            <ac:spMk id="19" creationId="{8F4683C3-CE82-C46C-2316-C83ABA7B21F6}"/>
          </ac:spMkLst>
        </pc:spChg>
        <pc:spChg chg="del mod">
          <ac:chgData name="Samuel Müller" userId="7759c5a20bbff9ce" providerId="LiveId" clId="{81DA626C-F997-4F75-A06B-ED85DADA68BB}" dt="2023-07-10T18:34:43.062" v="411"/>
          <ac:spMkLst>
            <pc:docMk/>
            <pc:sldMk cId="1748470458" sldId="257"/>
            <ac:spMk id="20" creationId="{EBDB62F7-6EAF-A4C0-6B4A-4451D73E665F}"/>
          </ac:spMkLst>
        </pc:spChg>
        <pc:spChg chg="del mod topLvl">
          <ac:chgData name="Samuel Müller" userId="7759c5a20bbff9ce" providerId="LiveId" clId="{81DA626C-F997-4F75-A06B-ED85DADA68BB}" dt="2023-07-10T18:34:17.963" v="401"/>
          <ac:spMkLst>
            <pc:docMk/>
            <pc:sldMk cId="1748470458" sldId="257"/>
            <ac:spMk id="21" creationId="{F74FCB63-B65F-4454-5FFB-1576655E7546}"/>
          </ac:spMkLst>
        </pc:spChg>
        <pc:spChg chg="del mod topLvl">
          <ac:chgData name="Samuel Müller" userId="7759c5a20bbff9ce" providerId="LiveId" clId="{81DA626C-F997-4F75-A06B-ED85DADA68BB}" dt="2023-07-10T18:34:43.062" v="411"/>
          <ac:spMkLst>
            <pc:docMk/>
            <pc:sldMk cId="1748470458" sldId="257"/>
            <ac:spMk id="22" creationId="{DFB3F61C-3BED-105E-2FA1-6E13C31F5332}"/>
          </ac:spMkLst>
        </pc:spChg>
        <pc:spChg chg="del mod topLvl">
          <ac:chgData name="Samuel Müller" userId="7759c5a20bbff9ce" providerId="LiveId" clId="{81DA626C-F997-4F75-A06B-ED85DADA68BB}" dt="2023-07-10T18:36:01.547" v="462"/>
          <ac:spMkLst>
            <pc:docMk/>
            <pc:sldMk cId="1748470458" sldId="257"/>
            <ac:spMk id="23" creationId="{61ED9C2D-C6B7-C641-D19C-11E96ACFA7E0}"/>
          </ac:spMkLst>
        </pc:spChg>
        <pc:spChg chg="del mod topLvl">
          <ac:chgData name="Samuel Müller" userId="7759c5a20bbff9ce" providerId="LiveId" clId="{81DA626C-F997-4F75-A06B-ED85DADA68BB}" dt="2023-07-10T18:34:17.963" v="401"/>
          <ac:spMkLst>
            <pc:docMk/>
            <pc:sldMk cId="1748470458" sldId="257"/>
            <ac:spMk id="24" creationId="{2CD4289A-1C51-1DC6-6649-8DBF40BE7D4E}"/>
          </ac:spMkLst>
        </pc:spChg>
        <pc:spChg chg="del mod">
          <ac:chgData name="Samuel Müller" userId="7759c5a20bbff9ce" providerId="LiveId" clId="{81DA626C-F997-4F75-A06B-ED85DADA68BB}" dt="2023-07-10T18:25:35.616" v="23" actId="478"/>
          <ac:spMkLst>
            <pc:docMk/>
            <pc:sldMk cId="1748470458" sldId="257"/>
            <ac:spMk id="25" creationId="{6B8B9CCE-76A0-17C4-8C6A-2788F5953E3F}"/>
          </ac:spMkLst>
        </pc:spChg>
        <pc:spChg chg="del mod">
          <ac:chgData name="Samuel Müller" userId="7759c5a20bbff9ce" providerId="LiveId" clId="{81DA626C-F997-4F75-A06B-ED85DADA68BB}" dt="2023-07-10T18:34:43.062" v="411"/>
          <ac:spMkLst>
            <pc:docMk/>
            <pc:sldMk cId="1748470458" sldId="257"/>
            <ac:spMk id="26" creationId="{11419F12-9F3C-C516-6CA0-A2A4EFBC2254}"/>
          </ac:spMkLst>
        </pc:spChg>
        <pc:spChg chg="del mod">
          <ac:chgData name="Samuel Müller" userId="7759c5a20bbff9ce" providerId="LiveId" clId="{81DA626C-F997-4F75-A06B-ED85DADA68BB}" dt="2023-07-10T18:34:43.062" v="411"/>
          <ac:spMkLst>
            <pc:docMk/>
            <pc:sldMk cId="1748470458" sldId="257"/>
            <ac:spMk id="27" creationId="{4FD7B03A-9809-D0B4-CE00-99114CE1AA8D}"/>
          </ac:spMkLst>
        </pc:spChg>
        <pc:spChg chg="del mod">
          <ac:chgData name="Samuel Müller" userId="7759c5a20bbff9ce" providerId="LiveId" clId="{81DA626C-F997-4F75-A06B-ED85DADA68BB}" dt="2023-07-10T18:34:43.062" v="411"/>
          <ac:spMkLst>
            <pc:docMk/>
            <pc:sldMk cId="1748470458" sldId="257"/>
            <ac:spMk id="28" creationId="{762412A8-19E2-7F7E-4C2F-C4B132635851}"/>
          </ac:spMkLst>
        </pc:spChg>
        <pc:spChg chg="del mod">
          <ac:chgData name="Samuel Müller" userId="7759c5a20bbff9ce" providerId="LiveId" clId="{81DA626C-F997-4F75-A06B-ED85DADA68BB}" dt="2023-07-10T18:34:43.062" v="411"/>
          <ac:spMkLst>
            <pc:docMk/>
            <pc:sldMk cId="1748470458" sldId="257"/>
            <ac:spMk id="29" creationId="{3FB65FFA-3484-C609-65D6-2CDBDE02B1F2}"/>
          </ac:spMkLst>
        </pc:spChg>
        <pc:spChg chg="del mod">
          <ac:chgData name="Samuel Müller" userId="7759c5a20bbff9ce" providerId="LiveId" clId="{81DA626C-F997-4F75-A06B-ED85DADA68BB}" dt="2023-07-10T18:34:20.809" v="402" actId="478"/>
          <ac:spMkLst>
            <pc:docMk/>
            <pc:sldMk cId="1748470458" sldId="257"/>
            <ac:spMk id="30" creationId="{9229A98B-AC35-D774-2335-5DE74F205C0D}"/>
          </ac:spMkLst>
        </pc:spChg>
        <pc:spChg chg="del mod topLvl">
          <ac:chgData name="Samuel Müller" userId="7759c5a20bbff9ce" providerId="LiveId" clId="{81DA626C-F997-4F75-A06B-ED85DADA68BB}" dt="2023-07-10T18:34:43.062" v="411"/>
          <ac:spMkLst>
            <pc:docMk/>
            <pc:sldMk cId="1748470458" sldId="257"/>
            <ac:spMk id="31" creationId="{3A7F386D-DA18-8020-B85A-116666492FE0}"/>
          </ac:spMkLst>
        </pc:spChg>
        <pc:spChg chg="del mod topLvl">
          <ac:chgData name="Samuel Müller" userId="7759c5a20bbff9ce" providerId="LiveId" clId="{81DA626C-F997-4F75-A06B-ED85DADA68BB}" dt="2023-07-10T18:34:45.761" v="413" actId="478"/>
          <ac:spMkLst>
            <pc:docMk/>
            <pc:sldMk cId="1748470458" sldId="257"/>
            <ac:spMk id="32" creationId="{FB75CA9A-922A-5EE5-4677-0E21797589EA}"/>
          </ac:spMkLst>
        </pc:spChg>
        <pc:spChg chg="del mod">
          <ac:chgData name="Samuel Müller" userId="7759c5a20bbff9ce" providerId="LiveId" clId="{81DA626C-F997-4F75-A06B-ED85DADA68BB}" dt="2023-07-10T18:35:06.579" v="426" actId="478"/>
          <ac:spMkLst>
            <pc:docMk/>
            <pc:sldMk cId="1748470458" sldId="257"/>
            <ac:spMk id="33" creationId="{0316926E-97C1-7C7C-680E-E9C6DD22BCE6}"/>
          </ac:spMkLst>
        </pc:spChg>
        <pc:spChg chg="del">
          <ac:chgData name="Samuel Müller" userId="7759c5a20bbff9ce" providerId="LiveId" clId="{81DA626C-F997-4F75-A06B-ED85DADA68BB}" dt="2023-07-10T18:27:27.331" v="60" actId="478"/>
          <ac:spMkLst>
            <pc:docMk/>
            <pc:sldMk cId="1748470458" sldId="257"/>
            <ac:spMk id="35" creationId="{1EF53A99-CA87-999F-FF6E-2222735E2202}"/>
          </ac:spMkLst>
        </pc:spChg>
        <pc:spChg chg="del mod">
          <ac:chgData name="Samuel Müller" userId="7759c5a20bbff9ce" providerId="LiveId" clId="{81DA626C-F997-4F75-A06B-ED85DADA68BB}" dt="2023-07-10T18:36:01.547" v="462"/>
          <ac:spMkLst>
            <pc:docMk/>
            <pc:sldMk cId="1748470458" sldId="257"/>
            <ac:spMk id="36" creationId="{F54326C5-2BEF-9F10-D561-01F30E58F6CA}"/>
          </ac:spMkLst>
        </pc:spChg>
        <pc:spChg chg="del">
          <ac:chgData name="Samuel Müller" userId="7759c5a20bbff9ce" providerId="LiveId" clId="{81DA626C-F997-4F75-A06B-ED85DADA68BB}" dt="2023-07-10T18:27:26.737" v="59" actId="478"/>
          <ac:spMkLst>
            <pc:docMk/>
            <pc:sldMk cId="1748470458" sldId="257"/>
            <ac:spMk id="37" creationId="{F7A2F2E8-AB87-CB71-E7FE-E3D53065E807}"/>
          </ac:spMkLst>
        </pc:spChg>
        <pc:spChg chg="del mod">
          <ac:chgData name="Samuel Müller" userId="7759c5a20bbff9ce" providerId="LiveId" clId="{81DA626C-F997-4F75-A06B-ED85DADA68BB}" dt="2023-07-10T18:34:24.120" v="410" actId="478"/>
          <ac:spMkLst>
            <pc:docMk/>
            <pc:sldMk cId="1748470458" sldId="257"/>
            <ac:spMk id="38" creationId="{2D72D811-367F-C057-6F78-82ADDBE82EE4}"/>
          </ac:spMkLst>
        </pc:spChg>
        <pc:spChg chg="del mod">
          <ac:chgData name="Samuel Müller" userId="7759c5a20bbff9ce" providerId="LiveId" clId="{81DA626C-F997-4F75-A06B-ED85DADA68BB}" dt="2023-07-10T18:34:23.476" v="409" actId="478"/>
          <ac:spMkLst>
            <pc:docMk/>
            <pc:sldMk cId="1748470458" sldId="257"/>
            <ac:spMk id="39" creationId="{92B21A4F-804C-D51A-9647-4B1792592383}"/>
          </ac:spMkLst>
        </pc:spChg>
        <pc:spChg chg="del mod">
          <ac:chgData name="Samuel Müller" userId="7759c5a20bbff9ce" providerId="LiveId" clId="{81DA626C-F997-4F75-A06B-ED85DADA68BB}" dt="2023-07-10T18:34:22.585" v="406" actId="478"/>
          <ac:spMkLst>
            <pc:docMk/>
            <pc:sldMk cId="1748470458" sldId="257"/>
            <ac:spMk id="40" creationId="{60C4A733-D1A8-E3DC-5E16-B6724805BA8E}"/>
          </ac:spMkLst>
        </pc:spChg>
        <pc:spChg chg="del mod">
          <ac:chgData name="Samuel Müller" userId="7759c5a20bbff9ce" providerId="LiveId" clId="{81DA626C-F997-4F75-A06B-ED85DADA68BB}" dt="2023-07-10T18:34:23.099" v="407" actId="478"/>
          <ac:spMkLst>
            <pc:docMk/>
            <pc:sldMk cId="1748470458" sldId="257"/>
            <ac:spMk id="41" creationId="{0C673254-CC23-F706-3939-628AA1BAD7BF}"/>
          </ac:spMkLst>
        </pc:spChg>
        <pc:spChg chg="del mod">
          <ac:chgData name="Samuel Müller" userId="7759c5a20bbff9ce" providerId="LiveId" clId="{81DA626C-F997-4F75-A06B-ED85DADA68BB}" dt="2023-07-10T18:34:22.178" v="405" actId="478"/>
          <ac:spMkLst>
            <pc:docMk/>
            <pc:sldMk cId="1748470458" sldId="257"/>
            <ac:spMk id="42" creationId="{6B907704-0480-00F4-1FBC-E65E8C588FB0}"/>
          </ac:spMkLst>
        </pc:spChg>
        <pc:spChg chg="del mod">
          <ac:chgData name="Samuel Müller" userId="7759c5a20bbff9ce" providerId="LiveId" clId="{81DA626C-F997-4F75-A06B-ED85DADA68BB}" dt="2023-07-10T18:34:21.793" v="403" actId="478"/>
          <ac:spMkLst>
            <pc:docMk/>
            <pc:sldMk cId="1748470458" sldId="257"/>
            <ac:spMk id="43" creationId="{01F04500-60D9-DE91-6965-1F82AF28636D}"/>
          </ac:spMkLst>
        </pc:spChg>
        <pc:spChg chg="del mod">
          <ac:chgData name="Samuel Müller" userId="7759c5a20bbff9ce" providerId="LiveId" clId="{81DA626C-F997-4F75-A06B-ED85DADA68BB}" dt="2023-07-10T18:34:50.788" v="420" actId="478"/>
          <ac:spMkLst>
            <pc:docMk/>
            <pc:sldMk cId="1748470458" sldId="257"/>
            <ac:spMk id="44" creationId="{4CB5CB6C-7EF4-FAD8-D6F0-4C080069154D}"/>
          </ac:spMkLst>
        </pc:spChg>
        <pc:spChg chg="del mod">
          <ac:chgData name="Samuel Müller" userId="7759c5a20bbff9ce" providerId="LiveId" clId="{81DA626C-F997-4F75-A06B-ED85DADA68BB}" dt="2023-07-10T18:34:49.835" v="419" actId="478"/>
          <ac:spMkLst>
            <pc:docMk/>
            <pc:sldMk cId="1748470458" sldId="257"/>
            <ac:spMk id="45" creationId="{1B256BAC-7163-E746-60C1-B183B05933AA}"/>
          </ac:spMkLst>
        </pc:spChg>
        <pc:spChg chg="add del mod">
          <ac:chgData name="Samuel Müller" userId="7759c5a20bbff9ce" providerId="LiveId" clId="{81DA626C-F997-4F75-A06B-ED85DADA68BB}" dt="2023-07-10T18:36:09.471" v="463"/>
          <ac:spMkLst>
            <pc:docMk/>
            <pc:sldMk cId="1748470458" sldId="257"/>
            <ac:spMk id="46" creationId="{6B78CD6A-3B8F-EF71-F64E-0A65F4D87DC2}"/>
          </ac:spMkLst>
        </pc:spChg>
        <pc:spChg chg="del mod">
          <ac:chgData name="Samuel Müller" userId="7759c5a20bbff9ce" providerId="LiveId" clId="{81DA626C-F997-4F75-A06B-ED85DADA68BB}" dt="2023-07-10T18:35:08.618" v="427" actId="478"/>
          <ac:spMkLst>
            <pc:docMk/>
            <pc:sldMk cId="1748470458" sldId="257"/>
            <ac:spMk id="47" creationId="{B8E39D27-4FB0-1258-D092-3621E35A3712}"/>
          </ac:spMkLst>
        </pc:spChg>
        <pc:spChg chg="del mod">
          <ac:chgData name="Samuel Müller" userId="7759c5a20bbff9ce" providerId="LiveId" clId="{81DA626C-F997-4F75-A06B-ED85DADA68BB}" dt="2023-07-10T18:35:16.553" v="431" actId="478"/>
          <ac:spMkLst>
            <pc:docMk/>
            <pc:sldMk cId="1748470458" sldId="257"/>
            <ac:spMk id="48" creationId="{7098543B-47B1-6A7A-458D-88CB831AB0B4}"/>
          </ac:spMkLst>
        </pc:spChg>
        <pc:spChg chg="add del mod">
          <ac:chgData name="Samuel Müller" userId="7759c5a20bbff9ce" providerId="LiveId" clId="{81DA626C-F997-4F75-A06B-ED85DADA68BB}" dt="2023-07-10T18:36:01.547" v="462"/>
          <ac:spMkLst>
            <pc:docMk/>
            <pc:sldMk cId="1748470458" sldId="257"/>
            <ac:spMk id="49" creationId="{4C532021-4B34-C9C4-DCB1-58B1B652EDE8}"/>
          </ac:spMkLst>
        </pc:spChg>
        <pc:spChg chg="del mod">
          <ac:chgData name="Samuel Müller" userId="7759c5a20bbff9ce" providerId="LiveId" clId="{81DA626C-F997-4F75-A06B-ED85DADA68BB}" dt="2023-07-10T18:34:45.083" v="412" actId="478"/>
          <ac:spMkLst>
            <pc:docMk/>
            <pc:sldMk cId="1748470458" sldId="257"/>
            <ac:spMk id="50" creationId="{6F596270-8A14-AE84-1C7B-5D48063A5F2D}"/>
          </ac:spMkLst>
        </pc:spChg>
        <pc:spChg chg="del mod">
          <ac:chgData name="Samuel Müller" userId="7759c5a20bbff9ce" providerId="LiveId" clId="{81DA626C-F997-4F75-A06B-ED85DADA68BB}" dt="2023-07-10T18:36:01.547" v="462"/>
          <ac:spMkLst>
            <pc:docMk/>
            <pc:sldMk cId="1748470458" sldId="257"/>
            <ac:spMk id="51" creationId="{2CDA449E-A31A-2B5A-0103-A4FD756A8E5F}"/>
          </ac:spMkLst>
        </pc:spChg>
        <pc:spChg chg="del mod">
          <ac:chgData name="Samuel Müller" userId="7759c5a20bbff9ce" providerId="LiveId" clId="{81DA626C-F997-4F75-A06B-ED85DADA68BB}" dt="2023-07-10T18:36:09.471" v="463"/>
          <ac:spMkLst>
            <pc:docMk/>
            <pc:sldMk cId="1748470458" sldId="257"/>
            <ac:spMk id="52" creationId="{94E5474A-55BB-317C-8B47-3196F3ADBC07}"/>
          </ac:spMkLst>
        </pc:spChg>
        <pc:spChg chg="del mod">
          <ac:chgData name="Samuel Müller" userId="7759c5a20bbff9ce" providerId="LiveId" clId="{81DA626C-F997-4F75-A06B-ED85DADA68BB}" dt="2023-07-10T18:36:09.471" v="463"/>
          <ac:spMkLst>
            <pc:docMk/>
            <pc:sldMk cId="1748470458" sldId="257"/>
            <ac:spMk id="53" creationId="{2540AAD7-9E03-AB61-A84B-DF291E88F198}"/>
          </ac:spMkLst>
        </pc:spChg>
        <pc:spChg chg="mod">
          <ac:chgData name="Samuel Müller" userId="7759c5a20bbff9ce" providerId="LiveId" clId="{81DA626C-F997-4F75-A06B-ED85DADA68BB}" dt="2023-07-10T18:49:29.830" v="590"/>
          <ac:spMkLst>
            <pc:docMk/>
            <pc:sldMk cId="1748470458" sldId="257"/>
            <ac:spMk id="54" creationId="{BAE95D3D-C2DB-C0FB-CA35-BD033997BD82}"/>
          </ac:spMkLst>
        </pc:spChg>
        <pc:spChg chg="mod">
          <ac:chgData name="Samuel Müller" userId="7759c5a20bbff9ce" providerId="LiveId" clId="{81DA626C-F997-4F75-A06B-ED85DADA68BB}" dt="2023-07-10T18:49:29.830" v="590"/>
          <ac:spMkLst>
            <pc:docMk/>
            <pc:sldMk cId="1748470458" sldId="257"/>
            <ac:spMk id="55" creationId="{EC1907A2-7F63-B164-BBE2-0254784DD819}"/>
          </ac:spMkLst>
        </pc:spChg>
        <pc:spChg chg="mod">
          <ac:chgData name="Samuel Müller" userId="7759c5a20bbff9ce" providerId="LiveId" clId="{81DA626C-F997-4F75-A06B-ED85DADA68BB}" dt="2023-07-10T18:49:29.830" v="590"/>
          <ac:spMkLst>
            <pc:docMk/>
            <pc:sldMk cId="1748470458" sldId="257"/>
            <ac:spMk id="56" creationId="{8BC3D246-262F-EDF4-E462-7968ACC8D4B9}"/>
          </ac:spMkLst>
        </pc:spChg>
        <pc:spChg chg="del mod">
          <ac:chgData name="Samuel Müller" userId="7759c5a20bbff9ce" providerId="LiveId" clId="{81DA626C-F997-4F75-A06B-ED85DADA68BB}" dt="2023-07-10T18:34:48.258" v="418" actId="478"/>
          <ac:spMkLst>
            <pc:docMk/>
            <pc:sldMk cId="1748470458" sldId="257"/>
            <ac:spMk id="57" creationId="{BE27391E-FBCC-A400-BE14-9FC10C1E0000}"/>
          </ac:spMkLst>
        </pc:spChg>
        <pc:spChg chg="del mod">
          <ac:chgData name="Samuel Müller" userId="7759c5a20bbff9ce" providerId="LiveId" clId="{81DA626C-F997-4F75-A06B-ED85DADA68BB}" dt="2023-07-10T18:34:47.718" v="417" actId="478"/>
          <ac:spMkLst>
            <pc:docMk/>
            <pc:sldMk cId="1748470458" sldId="257"/>
            <ac:spMk id="58" creationId="{610CA02A-A5E8-23CA-A6D8-E8866B2F7DBA}"/>
          </ac:spMkLst>
        </pc:spChg>
        <pc:spChg chg="del mod">
          <ac:chgData name="Samuel Müller" userId="7759c5a20bbff9ce" providerId="LiveId" clId="{81DA626C-F997-4F75-A06B-ED85DADA68BB}" dt="2023-07-10T18:34:47.196" v="416" actId="478"/>
          <ac:spMkLst>
            <pc:docMk/>
            <pc:sldMk cId="1748470458" sldId="257"/>
            <ac:spMk id="59" creationId="{F8B380D4-E675-E8BA-0022-65184BC51213}"/>
          </ac:spMkLst>
        </pc:spChg>
        <pc:spChg chg="del mod">
          <ac:chgData name="Samuel Müller" userId="7759c5a20bbff9ce" providerId="LiveId" clId="{81DA626C-F997-4F75-A06B-ED85DADA68BB}" dt="2023-07-10T18:34:46.616" v="415" actId="478"/>
          <ac:spMkLst>
            <pc:docMk/>
            <pc:sldMk cId="1748470458" sldId="257"/>
            <ac:spMk id="60" creationId="{B865A41F-8C71-1634-FBE9-64BFAA6EBB80}"/>
          </ac:spMkLst>
        </pc:spChg>
        <pc:spChg chg="del mod">
          <ac:chgData name="Samuel Müller" userId="7759c5a20bbff9ce" providerId="LiveId" clId="{81DA626C-F997-4F75-A06B-ED85DADA68BB}" dt="2023-07-10T18:34:58.092" v="423" actId="478"/>
          <ac:spMkLst>
            <pc:docMk/>
            <pc:sldMk cId="1748470458" sldId="257"/>
            <ac:spMk id="61" creationId="{F6985692-CA00-DEA7-0D19-BD327E078530}"/>
          </ac:spMkLst>
        </pc:spChg>
        <pc:spChg chg="del mod">
          <ac:chgData name="Samuel Müller" userId="7759c5a20bbff9ce" providerId="LiveId" clId="{81DA626C-F997-4F75-A06B-ED85DADA68BB}" dt="2023-07-10T18:34:46.185" v="414" actId="478"/>
          <ac:spMkLst>
            <pc:docMk/>
            <pc:sldMk cId="1748470458" sldId="257"/>
            <ac:spMk id="62" creationId="{F79100EF-FC6C-E4F8-4F2E-8A2493A24672}"/>
          </ac:spMkLst>
        </pc:spChg>
        <pc:spChg chg="del mod">
          <ac:chgData name="Samuel Müller" userId="7759c5a20bbff9ce" providerId="LiveId" clId="{81DA626C-F997-4F75-A06B-ED85DADA68BB}" dt="2023-07-10T18:36:09.471" v="463"/>
          <ac:spMkLst>
            <pc:docMk/>
            <pc:sldMk cId="1748470458" sldId="257"/>
            <ac:spMk id="63" creationId="{B1F6808F-D719-1F03-BC58-9715D5D62E06}"/>
          </ac:spMkLst>
        </pc:spChg>
        <pc:spChg chg="del mod">
          <ac:chgData name="Samuel Müller" userId="7759c5a20bbff9ce" providerId="LiveId" clId="{81DA626C-F997-4F75-A06B-ED85DADA68BB}" dt="2023-07-10T18:36:09.471" v="463"/>
          <ac:spMkLst>
            <pc:docMk/>
            <pc:sldMk cId="1748470458" sldId="257"/>
            <ac:spMk id="64" creationId="{BAEC16F2-C81D-E8E7-D483-68D95DB9A3AA}"/>
          </ac:spMkLst>
        </pc:spChg>
        <pc:spChg chg="add del mod">
          <ac:chgData name="Samuel Müller" userId="7759c5a20bbff9ce" providerId="LiveId" clId="{81DA626C-F997-4F75-A06B-ED85DADA68BB}" dt="2023-07-10T18:35:35.963" v="439" actId="478"/>
          <ac:spMkLst>
            <pc:docMk/>
            <pc:sldMk cId="1748470458" sldId="257"/>
            <ac:spMk id="65" creationId="{386118C7-BDB5-8788-EF44-9457A216FEC9}"/>
          </ac:spMkLst>
        </pc:spChg>
        <pc:spChg chg="del mod">
          <ac:chgData name="Samuel Müller" userId="7759c5a20bbff9ce" providerId="LiveId" clId="{81DA626C-F997-4F75-A06B-ED85DADA68BB}" dt="2023-07-10T18:34:59.142" v="424" actId="478"/>
          <ac:spMkLst>
            <pc:docMk/>
            <pc:sldMk cId="1748470458" sldId="257"/>
            <ac:spMk id="66" creationId="{F5C99AA5-CC7F-3B59-4745-F52BE02F5DCC}"/>
          </ac:spMkLst>
        </pc:spChg>
        <pc:spChg chg="del mod">
          <ac:chgData name="Samuel Müller" userId="7759c5a20bbff9ce" providerId="LiveId" clId="{81DA626C-F997-4F75-A06B-ED85DADA68BB}" dt="2023-07-10T18:35:26.405" v="432" actId="478"/>
          <ac:spMkLst>
            <pc:docMk/>
            <pc:sldMk cId="1748470458" sldId="257"/>
            <ac:spMk id="67" creationId="{ED1B1E7C-E6FC-F783-8A4C-E49A980C904C}"/>
          </ac:spMkLst>
        </pc:spChg>
        <pc:spChg chg="del mod">
          <ac:chgData name="Samuel Müller" userId="7759c5a20bbff9ce" providerId="LiveId" clId="{81DA626C-F997-4F75-A06B-ED85DADA68BB}" dt="2023-07-10T18:36:01.547" v="462"/>
          <ac:spMkLst>
            <pc:docMk/>
            <pc:sldMk cId="1748470458" sldId="257"/>
            <ac:spMk id="68" creationId="{E0DA3450-CCC1-DEE5-186E-7769559E1CA4}"/>
          </ac:spMkLst>
        </pc:spChg>
        <pc:spChg chg="del mod">
          <ac:chgData name="Samuel Müller" userId="7759c5a20bbff9ce" providerId="LiveId" clId="{81DA626C-F997-4F75-A06B-ED85DADA68BB}" dt="2023-07-10T18:37:33.293" v="479"/>
          <ac:spMkLst>
            <pc:docMk/>
            <pc:sldMk cId="1748470458" sldId="257"/>
            <ac:spMk id="69" creationId="{10974AB7-BA1A-C38D-D700-3588A6C42B35}"/>
          </ac:spMkLst>
        </pc:spChg>
        <pc:spChg chg="mod">
          <ac:chgData name="Samuel Müller" userId="7759c5a20bbff9ce" providerId="LiveId" clId="{81DA626C-F997-4F75-A06B-ED85DADA68BB}" dt="2023-07-10T18:49:29.830" v="590"/>
          <ac:spMkLst>
            <pc:docMk/>
            <pc:sldMk cId="1748470458" sldId="257"/>
            <ac:spMk id="70" creationId="{C0C0AE1C-1B18-7450-1523-AF48A99C79DC}"/>
          </ac:spMkLst>
        </pc:spChg>
        <pc:spChg chg="add del mod">
          <ac:chgData name="Samuel Müller" userId="7759c5a20bbff9ce" providerId="LiveId" clId="{81DA626C-F997-4F75-A06B-ED85DADA68BB}" dt="2023-07-10T18:37:33.293" v="479"/>
          <ac:spMkLst>
            <pc:docMk/>
            <pc:sldMk cId="1748470458" sldId="257"/>
            <ac:spMk id="71" creationId="{20144B68-26EF-49A9-6525-2B3451667E2B}"/>
          </ac:spMkLst>
        </pc:spChg>
        <pc:spChg chg="mod">
          <ac:chgData name="Samuel Müller" userId="7759c5a20bbff9ce" providerId="LiveId" clId="{81DA626C-F997-4F75-A06B-ED85DADA68BB}" dt="2023-07-10T18:49:29.830" v="590"/>
          <ac:spMkLst>
            <pc:docMk/>
            <pc:sldMk cId="1748470458" sldId="257"/>
            <ac:spMk id="72" creationId="{9355FD35-E2C5-E287-7BCC-28EC337A55CD}"/>
          </ac:spMkLst>
        </pc:spChg>
        <pc:spChg chg="add del mod">
          <ac:chgData name="Samuel Müller" userId="7759c5a20bbff9ce" providerId="LiveId" clId="{81DA626C-F997-4F75-A06B-ED85DADA68BB}" dt="2023-07-10T18:57:55.128" v="677" actId="478"/>
          <ac:spMkLst>
            <pc:docMk/>
            <pc:sldMk cId="1748470458" sldId="257"/>
            <ac:spMk id="73" creationId="{1907215F-F370-5BCD-BD9B-45B0D06F47B8}"/>
          </ac:spMkLst>
        </pc:spChg>
        <pc:grpChg chg="del mod">
          <ac:chgData name="Samuel Müller" userId="7759c5a20bbff9ce" providerId="LiveId" clId="{81DA626C-F997-4F75-A06B-ED85DADA68BB}" dt="2023-07-10T18:29:14.691" v="79" actId="165"/>
          <ac:grpSpMkLst>
            <pc:docMk/>
            <pc:sldMk cId="1748470458" sldId="257"/>
            <ac:grpSpMk id="34" creationId="{010FC7D2-4653-493F-784F-5FEB63340C4D}"/>
          </ac:grpSpMkLst>
        </pc:grpChg>
      </pc:sldChg>
      <pc:sldChg chg="addSp delSp modSp mod">
        <pc:chgData name="Samuel Müller" userId="7759c5a20bbff9ce" providerId="LiveId" clId="{81DA626C-F997-4F75-A06B-ED85DADA68BB}" dt="2023-07-10T19:00:20.712" v="736" actId="164"/>
        <pc:sldMkLst>
          <pc:docMk/>
          <pc:sldMk cId="146478946" sldId="258"/>
        </pc:sldMkLst>
        <pc:spChg chg="add mod ord topLvl">
          <ac:chgData name="Samuel Müller" userId="7759c5a20bbff9ce" providerId="LiveId" clId="{81DA626C-F997-4F75-A06B-ED85DADA68BB}" dt="2023-07-10T19:00:20.712" v="736" actId="164"/>
          <ac:spMkLst>
            <pc:docMk/>
            <pc:sldMk cId="146478946" sldId="258"/>
            <ac:spMk id="2" creationId="{2DBEAE6E-9A3C-9E73-9493-305691DB4C27}"/>
          </ac:spMkLst>
        </pc:spChg>
        <pc:spChg chg="add mod topLvl">
          <ac:chgData name="Samuel Müller" userId="7759c5a20bbff9ce" providerId="LiveId" clId="{81DA626C-F997-4F75-A06B-ED85DADA68BB}" dt="2023-07-10T19:00:20.712" v="736" actId="164"/>
          <ac:spMkLst>
            <pc:docMk/>
            <pc:sldMk cId="146478946" sldId="258"/>
            <ac:spMk id="3" creationId="{9C709A4E-BC0C-8762-A913-D34FC88BAACA}"/>
          </ac:spMkLst>
        </pc:spChg>
        <pc:spChg chg="add mod">
          <ac:chgData name="Samuel Müller" userId="7759c5a20bbff9ce" providerId="LiveId" clId="{81DA626C-F997-4F75-A06B-ED85DADA68BB}" dt="2023-07-10T18:59:25.697" v="720" actId="1035"/>
          <ac:spMkLst>
            <pc:docMk/>
            <pc:sldMk cId="146478946" sldId="258"/>
            <ac:spMk id="4" creationId="{BD0AF4B8-6972-6728-5E01-8621DC862D06}"/>
          </ac:spMkLst>
        </pc:spChg>
        <pc:spChg chg="add mod">
          <ac:chgData name="Samuel Müller" userId="7759c5a20bbff9ce" providerId="LiveId" clId="{81DA626C-F997-4F75-A06B-ED85DADA68BB}" dt="2023-07-10T18:59:22.382" v="719" actId="1035"/>
          <ac:spMkLst>
            <pc:docMk/>
            <pc:sldMk cId="146478946" sldId="258"/>
            <ac:spMk id="5" creationId="{ED697C0A-B3AE-0BA9-14FA-7535B08445D5}"/>
          </ac:spMkLst>
        </pc:spChg>
        <pc:spChg chg="add del mod">
          <ac:chgData name="Samuel Müller" userId="7759c5a20bbff9ce" providerId="LiveId" clId="{81DA626C-F997-4F75-A06B-ED85DADA68BB}" dt="2023-07-10T18:41:03.377" v="553" actId="478"/>
          <ac:spMkLst>
            <pc:docMk/>
            <pc:sldMk cId="146478946" sldId="258"/>
            <ac:spMk id="6" creationId="{51C318C0-EE93-ADFE-CCB5-8B47A957A0D9}"/>
          </ac:spMkLst>
        </pc:spChg>
        <pc:spChg chg="add del mod">
          <ac:chgData name="Samuel Müller" userId="7759c5a20bbff9ce" providerId="LiveId" clId="{81DA626C-F997-4F75-A06B-ED85DADA68BB}" dt="2023-07-10T18:41:00.521" v="552" actId="478"/>
          <ac:spMkLst>
            <pc:docMk/>
            <pc:sldMk cId="146478946" sldId="258"/>
            <ac:spMk id="7" creationId="{0F993866-D40D-4F1F-824A-3EF3F66514FA}"/>
          </ac:spMkLst>
        </pc:spChg>
        <pc:spChg chg="add del mod">
          <ac:chgData name="Samuel Müller" userId="7759c5a20bbff9ce" providerId="LiveId" clId="{81DA626C-F997-4F75-A06B-ED85DADA68BB}" dt="2023-07-10T19:00:10.631" v="735" actId="478"/>
          <ac:spMkLst>
            <pc:docMk/>
            <pc:sldMk cId="146478946" sldId="258"/>
            <ac:spMk id="9" creationId="{50C1F151-A79C-03F3-75E0-6ED6FBE92F28}"/>
          </ac:spMkLst>
        </pc:spChg>
        <pc:spChg chg="mod">
          <ac:chgData name="Samuel Müller" userId="7759c5a20bbff9ce" providerId="LiveId" clId="{81DA626C-F997-4F75-A06B-ED85DADA68BB}" dt="2023-07-10T18:58:46.030" v="692" actId="34135"/>
          <ac:spMkLst>
            <pc:docMk/>
            <pc:sldMk cId="146478946" sldId="258"/>
            <ac:spMk id="94" creationId="{65AC2A3A-9798-9F13-B5CD-73A74197F3E7}"/>
          </ac:spMkLst>
        </pc:spChg>
        <pc:spChg chg="mod">
          <ac:chgData name="Samuel Müller" userId="7759c5a20bbff9ce" providerId="LiveId" clId="{81DA626C-F997-4F75-A06B-ED85DADA68BB}" dt="2023-07-10T18:58:46.030" v="692" actId="34135"/>
          <ac:spMkLst>
            <pc:docMk/>
            <pc:sldMk cId="146478946" sldId="258"/>
            <ac:spMk id="95" creationId="{EF0FCB03-0EED-2406-55C3-992FF0A567DD}"/>
          </ac:spMkLst>
        </pc:spChg>
        <pc:spChg chg="mod">
          <ac:chgData name="Samuel Müller" userId="7759c5a20bbff9ce" providerId="LiveId" clId="{81DA626C-F997-4F75-A06B-ED85DADA68BB}" dt="2023-07-10T18:58:46.030" v="692" actId="34135"/>
          <ac:spMkLst>
            <pc:docMk/>
            <pc:sldMk cId="146478946" sldId="258"/>
            <ac:spMk id="96" creationId="{AC0B18CC-E0D2-139C-2321-037BAF35ADDD}"/>
          </ac:spMkLst>
        </pc:spChg>
        <pc:spChg chg="del mod">
          <ac:chgData name="Samuel Müller" userId="7759c5a20bbff9ce" providerId="LiveId" clId="{81DA626C-F997-4F75-A06B-ED85DADA68BB}" dt="2023-07-10T18:28:04.610" v="71" actId="478"/>
          <ac:spMkLst>
            <pc:docMk/>
            <pc:sldMk cId="146478946" sldId="258"/>
            <ac:spMk id="114" creationId="{0D6E65CC-4406-D037-36E5-3492B5607DCA}"/>
          </ac:spMkLst>
        </pc:spChg>
        <pc:spChg chg="mod">
          <ac:chgData name="Samuel Müller" userId="7759c5a20bbff9ce" providerId="LiveId" clId="{81DA626C-F997-4F75-A06B-ED85DADA68BB}" dt="2023-07-10T18:58:46.030" v="692" actId="34135"/>
          <ac:spMkLst>
            <pc:docMk/>
            <pc:sldMk cId="146478946" sldId="258"/>
            <ac:spMk id="129" creationId="{88296B8D-E691-1F34-A9F8-CC00F859E674}"/>
          </ac:spMkLst>
        </pc:spChg>
        <pc:spChg chg="mod">
          <ac:chgData name="Samuel Müller" userId="7759c5a20bbff9ce" providerId="LiveId" clId="{81DA626C-F997-4F75-A06B-ED85DADA68BB}" dt="2023-07-10T18:58:46.030" v="692" actId="34135"/>
          <ac:spMkLst>
            <pc:docMk/>
            <pc:sldMk cId="146478946" sldId="258"/>
            <ac:spMk id="130" creationId="{C1CD6A69-F97E-B9C9-6FDB-B7C5508E62E2}"/>
          </ac:spMkLst>
        </pc:spChg>
        <pc:spChg chg="mod">
          <ac:chgData name="Samuel Müller" userId="7759c5a20bbff9ce" providerId="LiveId" clId="{81DA626C-F997-4F75-A06B-ED85DADA68BB}" dt="2023-07-10T18:58:46.030" v="692" actId="34135"/>
          <ac:spMkLst>
            <pc:docMk/>
            <pc:sldMk cId="146478946" sldId="258"/>
            <ac:spMk id="131" creationId="{1A3EFBAF-59FD-557D-A64D-9B55ECEF9115}"/>
          </ac:spMkLst>
        </pc:spChg>
        <pc:spChg chg="add del mod">
          <ac:chgData name="Samuel Müller" userId="7759c5a20bbff9ce" providerId="LiveId" clId="{81DA626C-F997-4F75-A06B-ED85DADA68BB}" dt="2023-07-10T18:39:15.529" v="536" actId="478"/>
          <ac:spMkLst>
            <pc:docMk/>
            <pc:sldMk cId="146478946" sldId="258"/>
            <ac:spMk id="132" creationId="{9D1C20DF-0506-59A3-69A7-DDE4E7F2C953}"/>
          </ac:spMkLst>
        </pc:spChg>
        <pc:spChg chg="del mod">
          <ac:chgData name="Samuel Müller" userId="7759c5a20bbff9ce" providerId="LiveId" clId="{81DA626C-F997-4F75-A06B-ED85DADA68BB}" dt="2023-07-10T18:38:29.245" v="515" actId="478"/>
          <ac:spMkLst>
            <pc:docMk/>
            <pc:sldMk cId="146478946" sldId="258"/>
            <ac:spMk id="133" creationId="{43E63AC3-9604-BF78-E1E4-0334482EFC9D}"/>
          </ac:spMkLst>
        </pc:spChg>
        <pc:spChg chg="del mod">
          <ac:chgData name="Samuel Müller" userId="7759c5a20bbff9ce" providerId="LiveId" clId="{81DA626C-F997-4F75-A06B-ED85DADA68BB}" dt="2023-07-10T18:39:37.716" v="540" actId="478"/>
          <ac:spMkLst>
            <pc:docMk/>
            <pc:sldMk cId="146478946" sldId="258"/>
            <ac:spMk id="134" creationId="{DBC81EB5-E626-9BAD-B3D1-FE328BEC1C92}"/>
          </ac:spMkLst>
        </pc:spChg>
        <pc:spChg chg="mod topLvl">
          <ac:chgData name="Samuel Müller" userId="7759c5a20bbff9ce" providerId="LiveId" clId="{81DA626C-F997-4F75-A06B-ED85DADA68BB}" dt="2023-07-10T18:58:46.030" v="692" actId="34135"/>
          <ac:spMkLst>
            <pc:docMk/>
            <pc:sldMk cId="146478946" sldId="258"/>
            <ac:spMk id="150" creationId="{95FE7859-3597-3143-EDD2-49A8E291EF38}"/>
          </ac:spMkLst>
        </pc:spChg>
        <pc:grpChg chg="add del mod">
          <ac:chgData name="Samuel Müller" userId="7759c5a20bbff9ce" providerId="LiveId" clId="{81DA626C-F997-4F75-A06B-ED85DADA68BB}" dt="2023-07-10T18:55:35.606" v="591" actId="165"/>
          <ac:grpSpMkLst>
            <pc:docMk/>
            <pc:sldMk cId="146478946" sldId="258"/>
            <ac:grpSpMk id="8" creationId="{03D0BA13-DB91-5B7B-6F01-A6D006C599EA}"/>
          </ac:grpSpMkLst>
        </pc:grpChg>
        <pc:grpChg chg="add mod">
          <ac:chgData name="Samuel Müller" userId="7759c5a20bbff9ce" providerId="LiveId" clId="{81DA626C-F997-4F75-A06B-ED85DADA68BB}" dt="2023-07-10T19:00:20.712" v="736" actId="164"/>
          <ac:grpSpMkLst>
            <pc:docMk/>
            <pc:sldMk cId="146478946" sldId="258"/>
            <ac:grpSpMk id="10" creationId="{CC623831-FA08-677A-5989-232E520C254F}"/>
          </ac:grpSpMkLst>
        </pc:grpChg>
        <pc:grpChg chg="add mod topLvl">
          <ac:chgData name="Samuel Müller" userId="7759c5a20bbff9ce" providerId="LiveId" clId="{81DA626C-F997-4F75-A06B-ED85DADA68BB}" dt="2023-07-10T18:58:46.030" v="692" actId="34135"/>
          <ac:grpSpMkLst>
            <pc:docMk/>
            <pc:sldMk cId="146478946" sldId="258"/>
            <ac:grpSpMk id="151" creationId="{B04E260C-A50A-A996-C6FC-16B894B48CEA}"/>
          </ac:grpSpMkLst>
        </pc:grpChg>
        <pc:grpChg chg="add del mod ord topLvl">
          <ac:chgData name="Samuel Müller" userId="7759c5a20bbff9ce" providerId="LiveId" clId="{81DA626C-F997-4F75-A06B-ED85DADA68BB}" dt="2023-07-10T19:00:20.712" v="736" actId="164"/>
          <ac:grpSpMkLst>
            <pc:docMk/>
            <pc:sldMk cId="146478946" sldId="258"/>
            <ac:grpSpMk id="152" creationId="{E69C7CD7-BA05-BF94-BACC-4C8697956654}"/>
          </ac:grpSpMkLst>
        </pc:grpChg>
      </pc:sldChg>
      <pc:sldChg chg="addSp delSp modSp new del mod">
        <pc:chgData name="Samuel Müller" userId="7759c5a20bbff9ce" providerId="LiveId" clId="{81DA626C-F997-4F75-A06B-ED85DADA68BB}" dt="2023-07-10T18:44:43.735" v="583" actId="47"/>
        <pc:sldMkLst>
          <pc:docMk/>
          <pc:sldMk cId="242002759" sldId="259"/>
        </pc:sldMkLst>
        <pc:spChg chg="del">
          <ac:chgData name="Samuel Müller" userId="7759c5a20bbff9ce" providerId="LiveId" clId="{81DA626C-F997-4F75-A06B-ED85DADA68BB}" dt="2023-07-07T10:14:13.499" v="10" actId="478"/>
          <ac:spMkLst>
            <pc:docMk/>
            <pc:sldMk cId="242002759" sldId="259"/>
            <ac:spMk id="2" creationId="{CE2C6C5D-9817-E42D-A0CB-244F858B69A4}"/>
          </ac:spMkLst>
        </pc:spChg>
        <pc:spChg chg="del">
          <ac:chgData name="Samuel Müller" userId="7759c5a20bbff9ce" providerId="LiveId" clId="{81DA626C-F997-4F75-A06B-ED85DADA68BB}" dt="2023-07-07T10:14:11.361" v="9" actId="478"/>
          <ac:spMkLst>
            <pc:docMk/>
            <pc:sldMk cId="242002759" sldId="259"/>
            <ac:spMk id="3" creationId="{8E410CDA-E3DD-5ECA-C44B-78327FBE822A}"/>
          </ac:spMkLst>
        </pc:spChg>
        <pc:picChg chg="add del mod">
          <ac:chgData name="Samuel Müller" userId="7759c5a20bbff9ce" providerId="LiveId" clId="{81DA626C-F997-4F75-A06B-ED85DADA68BB}" dt="2023-07-10T18:44:25.099" v="577" actId="478"/>
          <ac:picMkLst>
            <pc:docMk/>
            <pc:sldMk cId="242002759" sldId="259"/>
            <ac:picMk id="3" creationId="{A8A068B3-3962-9807-A7BD-47F8299F8299}"/>
          </ac:picMkLst>
        </pc:picChg>
        <pc:picChg chg="add del mod">
          <ac:chgData name="Samuel Müller" userId="7759c5a20bbff9ce" providerId="LiveId" clId="{81DA626C-F997-4F75-A06B-ED85DADA68BB}" dt="2023-07-10T18:42:37.759" v="565" actId="478"/>
          <ac:picMkLst>
            <pc:docMk/>
            <pc:sldMk cId="242002759" sldId="259"/>
            <ac:picMk id="5" creationId="{C5DFC10F-7A0D-041B-B82F-884024E0F17E}"/>
          </ac:picMkLst>
        </pc:picChg>
        <pc:picChg chg="add del mod">
          <ac:chgData name="Samuel Müller" userId="7759c5a20bbff9ce" providerId="LiveId" clId="{81DA626C-F997-4F75-A06B-ED85DADA68BB}" dt="2023-07-10T18:44:39.706" v="582" actId="478"/>
          <ac:picMkLst>
            <pc:docMk/>
            <pc:sldMk cId="242002759" sldId="259"/>
            <ac:picMk id="6" creationId="{9D1395C9-FCC7-AB89-397B-D7D2E80D1B2C}"/>
          </ac:picMkLst>
        </pc:picChg>
      </pc:sldChg>
      <pc:sldMasterChg chg="modSp modSldLayout">
        <pc:chgData name="Samuel Müller" userId="7759c5a20bbff9ce" providerId="LiveId" clId="{81DA626C-F997-4F75-A06B-ED85DADA68BB}" dt="2023-07-10T18:49:29.830" v="590"/>
        <pc:sldMasterMkLst>
          <pc:docMk/>
          <pc:sldMasterMk cId="2476287959" sldId="2147483696"/>
        </pc:sldMasterMkLst>
        <pc:spChg chg="mod">
          <ac:chgData name="Samuel Müller" userId="7759c5a20bbff9ce" providerId="LiveId" clId="{81DA626C-F997-4F75-A06B-ED85DADA68BB}" dt="2023-07-10T18:49:29.830" v="590"/>
          <ac:spMkLst>
            <pc:docMk/>
            <pc:sldMasterMk cId="2476287959" sldId="2147483696"/>
            <ac:spMk id="2" creationId="{00000000-0000-0000-0000-000000000000}"/>
          </ac:spMkLst>
        </pc:spChg>
        <pc:spChg chg="mod">
          <ac:chgData name="Samuel Müller" userId="7759c5a20bbff9ce" providerId="LiveId" clId="{81DA626C-F997-4F75-A06B-ED85DADA68BB}" dt="2023-07-10T18:49:29.830" v="590"/>
          <ac:spMkLst>
            <pc:docMk/>
            <pc:sldMasterMk cId="2476287959" sldId="2147483696"/>
            <ac:spMk id="3" creationId="{00000000-0000-0000-0000-000000000000}"/>
          </ac:spMkLst>
        </pc:spChg>
        <pc:spChg chg="mod">
          <ac:chgData name="Samuel Müller" userId="7759c5a20bbff9ce" providerId="LiveId" clId="{81DA626C-F997-4F75-A06B-ED85DADA68BB}" dt="2023-07-10T18:49:29.830" v="590"/>
          <ac:spMkLst>
            <pc:docMk/>
            <pc:sldMasterMk cId="2476287959" sldId="2147483696"/>
            <ac:spMk id="4" creationId="{00000000-0000-0000-0000-000000000000}"/>
          </ac:spMkLst>
        </pc:spChg>
        <pc:spChg chg="mod">
          <ac:chgData name="Samuel Müller" userId="7759c5a20bbff9ce" providerId="LiveId" clId="{81DA626C-F997-4F75-A06B-ED85DADA68BB}" dt="2023-07-10T18:49:29.830" v="590"/>
          <ac:spMkLst>
            <pc:docMk/>
            <pc:sldMasterMk cId="2476287959" sldId="2147483696"/>
            <ac:spMk id="5" creationId="{00000000-0000-0000-0000-000000000000}"/>
          </ac:spMkLst>
        </pc:spChg>
        <pc:spChg chg="mod">
          <ac:chgData name="Samuel Müller" userId="7759c5a20bbff9ce" providerId="LiveId" clId="{81DA626C-F997-4F75-A06B-ED85DADA68BB}" dt="2023-07-10T18:49:29.830" v="590"/>
          <ac:spMkLst>
            <pc:docMk/>
            <pc:sldMasterMk cId="2476287959" sldId="2147483696"/>
            <ac:spMk id="6" creationId="{00000000-0000-0000-0000-000000000000}"/>
          </ac:spMkLst>
        </pc:spChg>
        <pc:sldLayoutChg chg="modSp">
          <pc:chgData name="Samuel Müller" userId="7759c5a20bbff9ce" providerId="LiveId" clId="{81DA626C-F997-4F75-A06B-ED85DADA68BB}" dt="2023-07-10T18:49:29.830" v="590"/>
          <pc:sldLayoutMkLst>
            <pc:docMk/>
            <pc:sldMasterMk cId="2476287959" sldId="2147483696"/>
            <pc:sldLayoutMk cId="176527359" sldId="2147483697"/>
          </pc:sldLayoutMkLst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176527359" sldId="2147483697"/>
              <ac:spMk id="2" creationId="{00000000-0000-0000-0000-000000000000}"/>
            </ac:spMkLst>
          </pc:spChg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176527359" sldId="2147483697"/>
              <ac:spMk id="3" creationId="{00000000-0000-0000-0000-000000000000}"/>
            </ac:spMkLst>
          </pc:spChg>
        </pc:sldLayoutChg>
        <pc:sldLayoutChg chg="modSp">
          <pc:chgData name="Samuel Müller" userId="7759c5a20bbff9ce" providerId="LiveId" clId="{81DA626C-F997-4F75-A06B-ED85DADA68BB}" dt="2023-07-10T18:49:29.830" v="590"/>
          <pc:sldLayoutMkLst>
            <pc:docMk/>
            <pc:sldMasterMk cId="2476287959" sldId="2147483696"/>
            <pc:sldLayoutMk cId="2073278603" sldId="2147483699"/>
          </pc:sldLayoutMkLst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2073278603" sldId="2147483699"/>
              <ac:spMk id="2" creationId="{00000000-0000-0000-0000-000000000000}"/>
            </ac:spMkLst>
          </pc:spChg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2073278603" sldId="2147483699"/>
              <ac:spMk id="3" creationId="{00000000-0000-0000-0000-000000000000}"/>
            </ac:spMkLst>
          </pc:spChg>
        </pc:sldLayoutChg>
        <pc:sldLayoutChg chg="modSp">
          <pc:chgData name="Samuel Müller" userId="7759c5a20bbff9ce" providerId="LiveId" clId="{81DA626C-F997-4F75-A06B-ED85DADA68BB}" dt="2023-07-10T18:49:29.830" v="590"/>
          <pc:sldLayoutMkLst>
            <pc:docMk/>
            <pc:sldMasterMk cId="2476287959" sldId="2147483696"/>
            <pc:sldLayoutMk cId="2419034661" sldId="2147483700"/>
          </pc:sldLayoutMkLst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2419034661" sldId="2147483700"/>
              <ac:spMk id="3" creationId="{00000000-0000-0000-0000-000000000000}"/>
            </ac:spMkLst>
          </pc:spChg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2419034661" sldId="2147483700"/>
              <ac:spMk id="4" creationId="{00000000-0000-0000-0000-000000000000}"/>
            </ac:spMkLst>
          </pc:spChg>
        </pc:sldLayoutChg>
        <pc:sldLayoutChg chg="modSp">
          <pc:chgData name="Samuel Müller" userId="7759c5a20bbff9ce" providerId="LiveId" clId="{81DA626C-F997-4F75-A06B-ED85DADA68BB}" dt="2023-07-10T18:49:29.830" v="590"/>
          <pc:sldLayoutMkLst>
            <pc:docMk/>
            <pc:sldMasterMk cId="2476287959" sldId="2147483696"/>
            <pc:sldLayoutMk cId="2963435806" sldId="2147483701"/>
          </pc:sldLayoutMkLst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2963435806" sldId="2147483701"/>
              <ac:spMk id="2" creationId="{00000000-0000-0000-0000-000000000000}"/>
            </ac:spMkLst>
          </pc:spChg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2963435806" sldId="2147483701"/>
              <ac:spMk id="3" creationId="{00000000-0000-0000-0000-000000000000}"/>
            </ac:spMkLst>
          </pc:spChg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2963435806" sldId="2147483701"/>
              <ac:spMk id="4" creationId="{00000000-0000-0000-0000-000000000000}"/>
            </ac:spMkLst>
          </pc:spChg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2963435806" sldId="2147483701"/>
              <ac:spMk id="5" creationId="{00000000-0000-0000-0000-000000000000}"/>
            </ac:spMkLst>
          </pc:spChg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2963435806" sldId="2147483701"/>
              <ac:spMk id="6" creationId="{00000000-0000-0000-0000-000000000000}"/>
            </ac:spMkLst>
          </pc:spChg>
        </pc:sldLayoutChg>
        <pc:sldLayoutChg chg="modSp">
          <pc:chgData name="Samuel Müller" userId="7759c5a20bbff9ce" providerId="LiveId" clId="{81DA626C-F997-4F75-A06B-ED85DADA68BB}" dt="2023-07-10T18:49:29.830" v="590"/>
          <pc:sldLayoutMkLst>
            <pc:docMk/>
            <pc:sldMasterMk cId="2476287959" sldId="2147483696"/>
            <pc:sldLayoutMk cId="4179727259" sldId="2147483704"/>
          </pc:sldLayoutMkLst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4179727259" sldId="2147483704"/>
              <ac:spMk id="2" creationId="{00000000-0000-0000-0000-000000000000}"/>
            </ac:spMkLst>
          </pc:spChg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4179727259" sldId="2147483704"/>
              <ac:spMk id="3" creationId="{00000000-0000-0000-0000-000000000000}"/>
            </ac:spMkLst>
          </pc:spChg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4179727259" sldId="2147483704"/>
              <ac:spMk id="4" creationId="{00000000-0000-0000-0000-000000000000}"/>
            </ac:spMkLst>
          </pc:spChg>
        </pc:sldLayoutChg>
        <pc:sldLayoutChg chg="modSp">
          <pc:chgData name="Samuel Müller" userId="7759c5a20bbff9ce" providerId="LiveId" clId="{81DA626C-F997-4F75-A06B-ED85DADA68BB}" dt="2023-07-10T18:49:29.830" v="590"/>
          <pc:sldLayoutMkLst>
            <pc:docMk/>
            <pc:sldMasterMk cId="2476287959" sldId="2147483696"/>
            <pc:sldLayoutMk cId="592881457" sldId="2147483705"/>
          </pc:sldLayoutMkLst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592881457" sldId="2147483705"/>
              <ac:spMk id="2" creationId="{00000000-0000-0000-0000-000000000000}"/>
            </ac:spMkLst>
          </pc:spChg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592881457" sldId="2147483705"/>
              <ac:spMk id="3" creationId="{00000000-0000-0000-0000-000000000000}"/>
            </ac:spMkLst>
          </pc:spChg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592881457" sldId="2147483705"/>
              <ac:spMk id="4" creationId="{00000000-0000-0000-0000-000000000000}"/>
            </ac:spMkLst>
          </pc:spChg>
        </pc:sldLayoutChg>
        <pc:sldLayoutChg chg="modSp">
          <pc:chgData name="Samuel Müller" userId="7759c5a20bbff9ce" providerId="LiveId" clId="{81DA626C-F997-4F75-A06B-ED85DADA68BB}" dt="2023-07-10T18:49:29.830" v="590"/>
          <pc:sldLayoutMkLst>
            <pc:docMk/>
            <pc:sldMasterMk cId="2476287959" sldId="2147483696"/>
            <pc:sldLayoutMk cId="3095782477" sldId="2147483707"/>
          </pc:sldLayoutMkLst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3095782477" sldId="2147483707"/>
              <ac:spMk id="2" creationId="{00000000-0000-0000-0000-000000000000}"/>
            </ac:spMkLst>
          </pc:spChg>
          <pc:spChg chg="mod">
            <ac:chgData name="Samuel Müller" userId="7759c5a20bbff9ce" providerId="LiveId" clId="{81DA626C-F997-4F75-A06B-ED85DADA68BB}" dt="2023-07-10T18:49:29.830" v="590"/>
            <ac:spMkLst>
              <pc:docMk/>
              <pc:sldMasterMk cId="2476287959" sldId="2147483696"/>
              <pc:sldLayoutMk cId="3095782477" sldId="2147483707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50" y="1178227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11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68" indent="0" algn="ctr">
              <a:buNone/>
              <a:defRPr sz="1575"/>
            </a:lvl2pPr>
            <a:lvl3pPr marL="719935" indent="0" algn="ctr">
              <a:buNone/>
              <a:defRPr sz="1417"/>
            </a:lvl3pPr>
            <a:lvl4pPr marL="1079904" indent="0" algn="ctr">
              <a:buNone/>
              <a:defRPr sz="1260"/>
            </a:lvl4pPr>
            <a:lvl5pPr marL="1439871" indent="0" algn="ctr">
              <a:buNone/>
              <a:defRPr sz="1260"/>
            </a:lvl5pPr>
            <a:lvl6pPr marL="1799839" indent="0" algn="ctr">
              <a:buNone/>
              <a:defRPr sz="1260"/>
            </a:lvl6pPr>
            <a:lvl7pPr marL="2159806" indent="0" algn="ctr">
              <a:buNone/>
              <a:defRPr sz="1260"/>
            </a:lvl7pPr>
            <a:lvl8pPr marL="2519774" indent="0" algn="ctr">
              <a:buNone/>
              <a:defRPr sz="1260"/>
            </a:lvl8pPr>
            <a:lvl9pPr marL="2879742" indent="0" algn="ctr">
              <a:buNone/>
              <a:defRPr sz="126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C756-446A-4D2A-937F-26B084B28D99}" type="datetimeFigureOut">
              <a:rPr lang="de-CH" smtClean="0"/>
              <a:t>11.07.2023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5ED9-8EA1-47C1-88BB-3BC1B53B5D8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527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C756-446A-4D2A-937F-26B084B28D99}" type="datetimeFigureOut">
              <a:rPr lang="de-CH" smtClean="0"/>
              <a:t>11.07.2023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5ED9-8EA1-47C1-88BB-3BC1B53B5D8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653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5" y="1794832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5" y="4817881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68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35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90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7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83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806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77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742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C756-446A-4D2A-937F-26B084B28D99}" type="datetimeFigureOut">
              <a:rPr lang="de-CH" smtClean="0"/>
              <a:t>11.07.2023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5ED9-8EA1-47C1-88BB-3BC1B53B5D8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327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C756-446A-4D2A-937F-26B084B28D99}" type="datetimeFigureOut">
              <a:rPr lang="de-CH" smtClean="0"/>
              <a:t>11.07.2023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5ED9-8EA1-47C1-88BB-3BC1B53B5D8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1903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3" y="383299"/>
            <a:ext cx="6209407" cy="139153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2" y="1764837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68" indent="0">
              <a:buNone/>
              <a:defRPr sz="1575" b="1"/>
            </a:lvl2pPr>
            <a:lvl3pPr marL="719935" indent="0">
              <a:buNone/>
              <a:defRPr sz="1417" b="1"/>
            </a:lvl3pPr>
            <a:lvl4pPr marL="1079904" indent="0">
              <a:buNone/>
              <a:defRPr sz="1260" b="1"/>
            </a:lvl4pPr>
            <a:lvl5pPr marL="1439871" indent="0">
              <a:buNone/>
              <a:defRPr sz="1260" b="1"/>
            </a:lvl5pPr>
            <a:lvl6pPr marL="1799839" indent="0">
              <a:buNone/>
              <a:defRPr sz="1260" b="1"/>
            </a:lvl6pPr>
            <a:lvl7pPr marL="2159806" indent="0">
              <a:buNone/>
              <a:defRPr sz="1260" b="1"/>
            </a:lvl7pPr>
            <a:lvl8pPr marL="2519774" indent="0">
              <a:buNone/>
              <a:defRPr sz="1260" b="1"/>
            </a:lvl8pPr>
            <a:lvl9pPr marL="2879742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2" y="2629754"/>
            <a:ext cx="3045646" cy="38679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1" y="1764837"/>
            <a:ext cx="3060647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68" indent="0">
              <a:buNone/>
              <a:defRPr sz="1575" b="1"/>
            </a:lvl2pPr>
            <a:lvl3pPr marL="719935" indent="0">
              <a:buNone/>
              <a:defRPr sz="1417" b="1"/>
            </a:lvl3pPr>
            <a:lvl4pPr marL="1079904" indent="0">
              <a:buNone/>
              <a:defRPr sz="1260" b="1"/>
            </a:lvl4pPr>
            <a:lvl5pPr marL="1439871" indent="0">
              <a:buNone/>
              <a:defRPr sz="1260" b="1"/>
            </a:lvl5pPr>
            <a:lvl6pPr marL="1799839" indent="0">
              <a:buNone/>
              <a:defRPr sz="1260" b="1"/>
            </a:lvl6pPr>
            <a:lvl7pPr marL="2159806" indent="0">
              <a:buNone/>
              <a:defRPr sz="1260" b="1"/>
            </a:lvl7pPr>
            <a:lvl8pPr marL="2519774" indent="0">
              <a:buNone/>
              <a:defRPr sz="1260" b="1"/>
            </a:lvl8pPr>
            <a:lvl9pPr marL="2879742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1" y="2629754"/>
            <a:ext cx="3060647" cy="38679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C756-446A-4D2A-937F-26B084B28D99}" type="datetimeFigureOut">
              <a:rPr lang="de-CH" smtClean="0"/>
              <a:t>11.07.2023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5ED9-8EA1-47C1-88BB-3BC1B53B5D8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3435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C756-446A-4D2A-937F-26B084B28D99}" type="datetimeFigureOut">
              <a:rPr lang="de-CH" smtClean="0"/>
              <a:t>11.07.2023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5ED9-8EA1-47C1-88BB-3BC1B53B5D8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30879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C756-446A-4D2A-937F-26B084B28D99}" type="datetimeFigureOut">
              <a:rPr lang="de-CH" smtClean="0"/>
              <a:t>11.07.2023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5ED9-8EA1-47C1-88BB-3BC1B53B5D8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22872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7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68" indent="0">
              <a:buNone/>
              <a:defRPr sz="1102"/>
            </a:lvl2pPr>
            <a:lvl3pPr marL="719935" indent="0">
              <a:buNone/>
              <a:defRPr sz="945"/>
            </a:lvl3pPr>
            <a:lvl4pPr marL="1079904" indent="0">
              <a:buNone/>
              <a:defRPr sz="787"/>
            </a:lvl4pPr>
            <a:lvl5pPr marL="1439871" indent="0">
              <a:buNone/>
              <a:defRPr sz="787"/>
            </a:lvl5pPr>
            <a:lvl6pPr marL="1799839" indent="0">
              <a:buNone/>
              <a:defRPr sz="787"/>
            </a:lvl6pPr>
            <a:lvl7pPr marL="2159806" indent="0">
              <a:buNone/>
              <a:defRPr sz="787"/>
            </a:lvl7pPr>
            <a:lvl8pPr marL="2519774" indent="0">
              <a:buNone/>
              <a:defRPr sz="787"/>
            </a:lvl8pPr>
            <a:lvl9pPr marL="2879742" indent="0">
              <a:buNone/>
              <a:defRPr sz="78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C756-446A-4D2A-937F-26B084B28D99}" type="datetimeFigureOut">
              <a:rPr lang="de-CH" smtClean="0"/>
              <a:t>11.07.2023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5ED9-8EA1-47C1-88BB-3BC1B53B5D8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7972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20"/>
            </a:lvl1pPr>
            <a:lvl2pPr marL="359968" indent="0">
              <a:buNone/>
              <a:defRPr sz="2205"/>
            </a:lvl2pPr>
            <a:lvl3pPr marL="719935" indent="0">
              <a:buNone/>
              <a:defRPr sz="1890"/>
            </a:lvl3pPr>
            <a:lvl4pPr marL="1079904" indent="0">
              <a:buNone/>
              <a:defRPr sz="1575"/>
            </a:lvl4pPr>
            <a:lvl5pPr marL="1439871" indent="0">
              <a:buNone/>
              <a:defRPr sz="1575"/>
            </a:lvl5pPr>
            <a:lvl6pPr marL="1799839" indent="0">
              <a:buNone/>
              <a:defRPr sz="1575"/>
            </a:lvl6pPr>
            <a:lvl7pPr marL="2159806" indent="0">
              <a:buNone/>
              <a:defRPr sz="1575"/>
            </a:lvl7pPr>
            <a:lvl8pPr marL="2519774" indent="0">
              <a:buNone/>
              <a:defRPr sz="1575"/>
            </a:lvl8pPr>
            <a:lvl9pPr marL="2879742" indent="0">
              <a:buNone/>
              <a:defRPr sz="157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7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68" indent="0">
              <a:buNone/>
              <a:defRPr sz="1102"/>
            </a:lvl2pPr>
            <a:lvl3pPr marL="719935" indent="0">
              <a:buNone/>
              <a:defRPr sz="945"/>
            </a:lvl3pPr>
            <a:lvl4pPr marL="1079904" indent="0">
              <a:buNone/>
              <a:defRPr sz="787"/>
            </a:lvl4pPr>
            <a:lvl5pPr marL="1439871" indent="0">
              <a:buNone/>
              <a:defRPr sz="787"/>
            </a:lvl5pPr>
            <a:lvl6pPr marL="1799839" indent="0">
              <a:buNone/>
              <a:defRPr sz="787"/>
            </a:lvl6pPr>
            <a:lvl7pPr marL="2159806" indent="0">
              <a:buNone/>
              <a:defRPr sz="787"/>
            </a:lvl7pPr>
            <a:lvl8pPr marL="2519774" indent="0">
              <a:buNone/>
              <a:defRPr sz="787"/>
            </a:lvl8pPr>
            <a:lvl9pPr marL="2879742" indent="0">
              <a:buNone/>
              <a:defRPr sz="78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C756-446A-4D2A-937F-26B084B28D99}" type="datetimeFigureOut">
              <a:rPr lang="de-CH" smtClean="0"/>
              <a:t>11.07.2023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5ED9-8EA1-47C1-88BB-3BC1B53B5D8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92881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C756-446A-4D2A-937F-26B084B28D99}" type="datetimeFigureOut">
              <a:rPr lang="de-CH" smtClean="0"/>
              <a:t>11.07.2023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5ED9-8EA1-47C1-88BB-3BC1B53B5D8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563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10" y="383302"/>
            <a:ext cx="1552352" cy="610108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4" y="383302"/>
            <a:ext cx="4567064" cy="610108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C756-446A-4D2A-937F-26B084B28D99}" type="datetimeFigureOut">
              <a:rPr lang="de-CH" smtClean="0"/>
              <a:t>11.07.2023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5ED9-8EA1-47C1-88BB-3BC1B53B5D8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95782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4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4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6" y="6672703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BC756-446A-4D2A-937F-26B084B28D99}" type="datetimeFigureOut">
              <a:rPr lang="de-CH" smtClean="0"/>
              <a:t>11.07.2023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5" y="6672703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7" y="6672703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05ED9-8EA1-47C1-88BB-3BC1B53B5D8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7628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19935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84" indent="-179984" algn="l" defTabSz="719935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39951" indent="-179984" algn="l" defTabSz="719935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919" indent="-179984" algn="l" defTabSz="719935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87" indent="-179984" algn="l" defTabSz="719935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855" indent="-179984" algn="l" defTabSz="719935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823" indent="-179984" algn="l" defTabSz="719935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790" indent="-179984" algn="l" defTabSz="719935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758" indent="-179984" algn="l" defTabSz="719935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726" indent="-179984" algn="l" defTabSz="719935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35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68" algn="l" defTabSz="719935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35" algn="l" defTabSz="719935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904" algn="l" defTabSz="719935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71" algn="l" defTabSz="719935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839" algn="l" defTabSz="719935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806" algn="l" defTabSz="719935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774" algn="l" defTabSz="719935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742" algn="l" defTabSz="719935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ihandform: Form 55">
            <a:extLst>
              <a:ext uri="{FF2B5EF4-FFF2-40B4-BE49-F238E27FC236}">
                <a16:creationId xmlns:a16="http://schemas.microsoft.com/office/drawing/2014/main" id="{8BC3D246-262F-EDF4-E462-7968ACC8D4B9}"/>
              </a:ext>
            </a:extLst>
          </p:cNvPr>
          <p:cNvSpPr/>
          <p:nvPr/>
        </p:nvSpPr>
        <p:spPr>
          <a:xfrm>
            <a:off x="1526486" y="1545130"/>
            <a:ext cx="301659" cy="3998372"/>
          </a:xfrm>
          <a:custGeom>
            <a:avLst/>
            <a:gdLst>
              <a:gd name="connsiteX0" fmla="*/ 0 w 301659"/>
              <a:gd name="connsiteY0" fmla="*/ 0 h 3998372"/>
              <a:gd name="connsiteX1" fmla="*/ 301659 w 301659"/>
              <a:gd name="connsiteY1" fmla="*/ 118376 h 3998372"/>
              <a:gd name="connsiteX2" fmla="*/ 301659 w 301659"/>
              <a:gd name="connsiteY2" fmla="*/ 3879996 h 3998372"/>
              <a:gd name="connsiteX3" fmla="*/ 0 w 301659"/>
              <a:gd name="connsiteY3" fmla="*/ 3998372 h 3998372"/>
              <a:gd name="connsiteX4" fmla="*/ 0 w 301659"/>
              <a:gd name="connsiteY4" fmla="*/ 0 h 3998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659" h="3998372">
                <a:moveTo>
                  <a:pt x="0" y="0"/>
                </a:moveTo>
                <a:lnTo>
                  <a:pt x="301659" y="118376"/>
                </a:lnTo>
                <a:lnTo>
                  <a:pt x="301659" y="3879996"/>
                </a:lnTo>
                <a:lnTo>
                  <a:pt x="0" y="39983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CH"/>
          </a:p>
        </p:txBody>
      </p:sp>
      <p:sp>
        <p:nvSpPr>
          <p:cNvPr id="55" name="Freihandform: Form 54">
            <a:extLst>
              <a:ext uri="{FF2B5EF4-FFF2-40B4-BE49-F238E27FC236}">
                <a16:creationId xmlns:a16="http://schemas.microsoft.com/office/drawing/2014/main" id="{EC1907A2-7F63-B164-BBE2-0254784DD819}"/>
              </a:ext>
            </a:extLst>
          </p:cNvPr>
          <p:cNvSpPr/>
          <p:nvPr/>
        </p:nvSpPr>
        <p:spPr>
          <a:xfrm>
            <a:off x="2036414" y="1745240"/>
            <a:ext cx="301659" cy="3598163"/>
          </a:xfrm>
          <a:custGeom>
            <a:avLst/>
            <a:gdLst>
              <a:gd name="connsiteX0" fmla="*/ 0 w 301659"/>
              <a:gd name="connsiteY0" fmla="*/ 0 h 3598163"/>
              <a:gd name="connsiteX1" fmla="*/ 301659 w 301659"/>
              <a:gd name="connsiteY1" fmla="*/ 118376 h 3598163"/>
              <a:gd name="connsiteX2" fmla="*/ 301659 w 301659"/>
              <a:gd name="connsiteY2" fmla="*/ 3479787 h 3598163"/>
              <a:gd name="connsiteX3" fmla="*/ 0 w 301659"/>
              <a:gd name="connsiteY3" fmla="*/ 3598163 h 3598163"/>
              <a:gd name="connsiteX4" fmla="*/ 0 w 301659"/>
              <a:gd name="connsiteY4" fmla="*/ 0 h 359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659" h="3598163">
                <a:moveTo>
                  <a:pt x="0" y="0"/>
                </a:moveTo>
                <a:lnTo>
                  <a:pt x="301659" y="118376"/>
                </a:lnTo>
                <a:lnTo>
                  <a:pt x="301659" y="3479787"/>
                </a:lnTo>
                <a:lnTo>
                  <a:pt x="0" y="35981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CH"/>
          </a:p>
        </p:txBody>
      </p:sp>
      <p:sp>
        <p:nvSpPr>
          <p:cNvPr id="54" name="Freihandform: Form 53">
            <a:extLst>
              <a:ext uri="{FF2B5EF4-FFF2-40B4-BE49-F238E27FC236}">
                <a16:creationId xmlns:a16="http://schemas.microsoft.com/office/drawing/2014/main" id="{BAE95D3D-C2DB-C0FB-CA35-BD033997BD82}"/>
              </a:ext>
            </a:extLst>
          </p:cNvPr>
          <p:cNvSpPr/>
          <p:nvPr/>
        </p:nvSpPr>
        <p:spPr>
          <a:xfrm>
            <a:off x="2546343" y="1945338"/>
            <a:ext cx="301659" cy="3197956"/>
          </a:xfrm>
          <a:custGeom>
            <a:avLst/>
            <a:gdLst>
              <a:gd name="connsiteX0" fmla="*/ 0 w 301659"/>
              <a:gd name="connsiteY0" fmla="*/ 0 h 3197956"/>
              <a:gd name="connsiteX1" fmla="*/ 301659 w 301659"/>
              <a:gd name="connsiteY1" fmla="*/ 118376 h 3197956"/>
              <a:gd name="connsiteX2" fmla="*/ 301659 w 301659"/>
              <a:gd name="connsiteY2" fmla="*/ 3079580 h 3197956"/>
              <a:gd name="connsiteX3" fmla="*/ 0 w 301659"/>
              <a:gd name="connsiteY3" fmla="*/ 3197956 h 3197956"/>
              <a:gd name="connsiteX4" fmla="*/ 0 w 301659"/>
              <a:gd name="connsiteY4" fmla="*/ 0 h 3197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659" h="3197956">
                <a:moveTo>
                  <a:pt x="0" y="0"/>
                </a:moveTo>
                <a:lnTo>
                  <a:pt x="301659" y="118376"/>
                </a:lnTo>
                <a:lnTo>
                  <a:pt x="301659" y="3079580"/>
                </a:lnTo>
                <a:lnTo>
                  <a:pt x="0" y="31979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CH"/>
          </a:p>
        </p:txBody>
      </p:sp>
      <p:sp>
        <p:nvSpPr>
          <p:cNvPr id="70" name="Freihandform: Form 69">
            <a:extLst>
              <a:ext uri="{FF2B5EF4-FFF2-40B4-BE49-F238E27FC236}">
                <a16:creationId xmlns:a16="http://schemas.microsoft.com/office/drawing/2014/main" id="{C0C0AE1C-1B18-7450-1523-AF48A99C79DC}"/>
              </a:ext>
            </a:extLst>
          </p:cNvPr>
          <p:cNvSpPr/>
          <p:nvPr/>
        </p:nvSpPr>
        <p:spPr>
          <a:xfrm>
            <a:off x="3056270" y="2145441"/>
            <a:ext cx="813573" cy="2797748"/>
          </a:xfrm>
          <a:custGeom>
            <a:avLst/>
            <a:gdLst>
              <a:gd name="connsiteX0" fmla="*/ 0 w 813573"/>
              <a:gd name="connsiteY0" fmla="*/ 0 h 2797748"/>
              <a:gd name="connsiteX1" fmla="*/ 301659 w 813573"/>
              <a:gd name="connsiteY1" fmla="*/ 118376 h 2797748"/>
              <a:gd name="connsiteX2" fmla="*/ 301659 w 813573"/>
              <a:gd name="connsiteY2" fmla="*/ 2373742 h 2797748"/>
              <a:gd name="connsiteX3" fmla="*/ 301659 w 813573"/>
              <a:gd name="connsiteY3" fmla="*/ 2373743 h 2797748"/>
              <a:gd name="connsiteX4" fmla="*/ 511914 w 813573"/>
              <a:gd name="connsiteY4" fmla="*/ 2291534 h 2797748"/>
              <a:gd name="connsiteX5" fmla="*/ 511914 w 813573"/>
              <a:gd name="connsiteY5" fmla="*/ 2291533 h 2797748"/>
              <a:gd name="connsiteX6" fmla="*/ 511914 w 813573"/>
              <a:gd name="connsiteY6" fmla="*/ 200884 h 2797748"/>
              <a:gd name="connsiteX7" fmla="*/ 813573 w 813573"/>
              <a:gd name="connsiteY7" fmla="*/ 319260 h 2797748"/>
              <a:gd name="connsiteX8" fmla="*/ 813573 w 813573"/>
              <a:gd name="connsiteY8" fmla="*/ 2478490 h 2797748"/>
              <a:gd name="connsiteX9" fmla="*/ 805614 w 813573"/>
              <a:gd name="connsiteY9" fmla="*/ 2481613 h 2797748"/>
              <a:gd name="connsiteX10" fmla="*/ 805614 w 813573"/>
              <a:gd name="connsiteY10" fmla="*/ 2481612 h 2797748"/>
              <a:gd name="connsiteX11" fmla="*/ 511914 w 813573"/>
              <a:gd name="connsiteY11" fmla="*/ 2596865 h 2797748"/>
              <a:gd name="connsiteX12" fmla="*/ 511914 w 813573"/>
              <a:gd name="connsiteY12" fmla="*/ 2596866 h 2797748"/>
              <a:gd name="connsiteX13" fmla="*/ 301659 w 813573"/>
              <a:gd name="connsiteY13" fmla="*/ 2679373 h 2797748"/>
              <a:gd name="connsiteX14" fmla="*/ 301659 w 813573"/>
              <a:gd name="connsiteY14" fmla="*/ 2679372 h 2797748"/>
              <a:gd name="connsiteX15" fmla="*/ 202259 w 813573"/>
              <a:gd name="connsiteY15" fmla="*/ 2718378 h 2797748"/>
              <a:gd name="connsiteX16" fmla="*/ 0 w 813573"/>
              <a:gd name="connsiteY16" fmla="*/ 2797748 h 279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13573" h="2797748">
                <a:moveTo>
                  <a:pt x="0" y="0"/>
                </a:moveTo>
                <a:lnTo>
                  <a:pt x="301659" y="118376"/>
                </a:lnTo>
                <a:lnTo>
                  <a:pt x="301659" y="2373742"/>
                </a:lnTo>
                <a:lnTo>
                  <a:pt x="301659" y="2373743"/>
                </a:lnTo>
                <a:lnTo>
                  <a:pt x="511914" y="2291534"/>
                </a:lnTo>
                <a:lnTo>
                  <a:pt x="511914" y="2291533"/>
                </a:lnTo>
                <a:lnTo>
                  <a:pt x="511914" y="200884"/>
                </a:lnTo>
                <a:lnTo>
                  <a:pt x="813573" y="319260"/>
                </a:lnTo>
                <a:lnTo>
                  <a:pt x="813573" y="2478490"/>
                </a:lnTo>
                <a:lnTo>
                  <a:pt x="805614" y="2481613"/>
                </a:lnTo>
                <a:lnTo>
                  <a:pt x="805614" y="2481612"/>
                </a:lnTo>
                <a:lnTo>
                  <a:pt x="511914" y="2596865"/>
                </a:lnTo>
                <a:lnTo>
                  <a:pt x="511914" y="2596866"/>
                </a:lnTo>
                <a:lnTo>
                  <a:pt x="301659" y="2679373"/>
                </a:lnTo>
                <a:lnTo>
                  <a:pt x="301659" y="2679372"/>
                </a:lnTo>
                <a:lnTo>
                  <a:pt x="202259" y="2718378"/>
                </a:lnTo>
                <a:lnTo>
                  <a:pt x="0" y="2797748"/>
                </a:lnTo>
                <a:close/>
              </a:path>
            </a:pathLst>
          </a:custGeom>
          <a:solidFill>
            <a:srgbClr val="003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CH"/>
          </a:p>
        </p:txBody>
      </p:sp>
      <p:sp>
        <p:nvSpPr>
          <p:cNvPr id="72" name="Freihandform: Form 71">
            <a:extLst>
              <a:ext uri="{FF2B5EF4-FFF2-40B4-BE49-F238E27FC236}">
                <a16:creationId xmlns:a16="http://schemas.microsoft.com/office/drawing/2014/main" id="{9355FD35-E2C5-E287-7BCC-28EC337A55CD}"/>
              </a:ext>
            </a:extLst>
          </p:cNvPr>
          <p:cNvSpPr/>
          <p:nvPr/>
        </p:nvSpPr>
        <p:spPr>
          <a:xfrm rot="5400000">
            <a:off x="3484891" y="3136512"/>
            <a:ext cx="1997845" cy="816131"/>
          </a:xfrm>
          <a:custGeom>
            <a:avLst/>
            <a:gdLst>
              <a:gd name="connsiteX0" fmla="*/ 1477609 w 1997845"/>
              <a:gd name="connsiteY0" fmla="*/ 302931 h 816131"/>
              <a:gd name="connsiteX1" fmla="*/ 1796516 w 1997845"/>
              <a:gd name="connsiteY1" fmla="*/ 302931 h 816131"/>
              <a:gd name="connsiteX2" fmla="*/ 1997845 w 1997845"/>
              <a:gd name="connsiteY2" fmla="*/ 815981 h 816131"/>
              <a:gd name="connsiteX3" fmla="*/ 1678207 w 1997845"/>
              <a:gd name="connsiteY3" fmla="*/ 815981 h 816131"/>
              <a:gd name="connsiteX4" fmla="*/ 1399880 w 1997845"/>
              <a:gd name="connsiteY4" fmla="*/ 105211 h 816131"/>
              <a:gd name="connsiteX5" fmla="*/ 1665761 w 1997845"/>
              <a:gd name="connsiteY5" fmla="*/ 1253 h 816131"/>
              <a:gd name="connsiteX6" fmla="*/ 1677711 w 1997845"/>
              <a:gd name="connsiteY6" fmla="*/ 1253 h 816131"/>
              <a:gd name="connsiteX7" fmla="*/ 1796087 w 1997845"/>
              <a:gd name="connsiteY7" fmla="*/ 302912 h 816131"/>
              <a:gd name="connsiteX8" fmla="*/ 1477180 w 1997845"/>
              <a:gd name="connsiteY8" fmla="*/ 302912 h 816131"/>
              <a:gd name="connsiteX9" fmla="*/ 0 w 1997845"/>
              <a:gd name="connsiteY9" fmla="*/ 815752 h 816131"/>
              <a:gd name="connsiteX10" fmla="*/ 76144 w 1997845"/>
              <a:gd name="connsiteY10" fmla="*/ 621713 h 816131"/>
              <a:gd name="connsiteX11" fmla="*/ 118376 w 1997845"/>
              <a:gd name="connsiteY11" fmla="*/ 514093 h 816131"/>
              <a:gd name="connsiteX12" fmla="*/ 118375 w 1997845"/>
              <a:gd name="connsiteY12" fmla="*/ 514093 h 816131"/>
              <a:gd name="connsiteX13" fmla="*/ 320114 w 1997845"/>
              <a:gd name="connsiteY13" fmla="*/ 0 h 816131"/>
              <a:gd name="connsiteX14" fmla="*/ 633617 w 1997845"/>
              <a:gd name="connsiteY14" fmla="*/ 0 h 816131"/>
              <a:gd name="connsiteX15" fmla="*/ 432610 w 1997845"/>
              <a:gd name="connsiteY15" fmla="*/ 514093 h 816131"/>
              <a:gd name="connsiteX16" fmla="*/ 432611 w 1997845"/>
              <a:gd name="connsiteY16" fmla="*/ 514093 h 816131"/>
              <a:gd name="connsiteX17" fmla="*/ 802622 w 1997845"/>
              <a:gd name="connsiteY17" fmla="*/ 514093 h 816131"/>
              <a:gd name="connsiteX18" fmla="*/ 802622 w 1997845"/>
              <a:gd name="connsiteY18" fmla="*/ 302912 h 816131"/>
              <a:gd name="connsiteX19" fmla="*/ 802622 w 1997845"/>
              <a:gd name="connsiteY19" fmla="*/ 148391 h 816131"/>
              <a:gd name="connsiteX20" fmla="*/ 802622 w 1997845"/>
              <a:gd name="connsiteY20" fmla="*/ 3828 h 816131"/>
              <a:gd name="connsiteX21" fmla="*/ 802622 w 1997845"/>
              <a:gd name="connsiteY21" fmla="*/ 1253 h 816131"/>
              <a:gd name="connsiteX22" fmla="*/ 1665760 w 1997845"/>
              <a:gd name="connsiteY22" fmla="*/ 1253 h 816131"/>
              <a:gd name="connsiteX23" fmla="*/ 1399879 w 1997845"/>
              <a:gd name="connsiteY23" fmla="*/ 105211 h 816131"/>
              <a:gd name="connsiteX24" fmla="*/ 1477179 w 1997845"/>
              <a:gd name="connsiteY24" fmla="*/ 302912 h 816131"/>
              <a:gd name="connsiteX25" fmla="*/ 1104281 w 1997845"/>
              <a:gd name="connsiteY25" fmla="*/ 302912 h 816131"/>
              <a:gd name="connsiteX26" fmla="*/ 1104281 w 1997845"/>
              <a:gd name="connsiteY26" fmla="*/ 816130 h 816131"/>
              <a:gd name="connsiteX27" fmla="*/ 1104281 w 1997845"/>
              <a:gd name="connsiteY27" fmla="*/ 816131 h 816131"/>
              <a:gd name="connsiteX28" fmla="*/ 802622 w 1997845"/>
              <a:gd name="connsiteY28" fmla="*/ 816131 h 816131"/>
              <a:gd name="connsiteX29" fmla="*/ 802622 w 1997845"/>
              <a:gd name="connsiteY29" fmla="*/ 816130 h 816131"/>
              <a:gd name="connsiteX30" fmla="*/ 802622 w 1997845"/>
              <a:gd name="connsiteY30" fmla="*/ 815752 h 816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997845" h="816131">
                <a:moveTo>
                  <a:pt x="1477609" y="302931"/>
                </a:moveTo>
                <a:lnTo>
                  <a:pt x="1796516" y="302931"/>
                </a:lnTo>
                <a:lnTo>
                  <a:pt x="1997845" y="815981"/>
                </a:lnTo>
                <a:lnTo>
                  <a:pt x="1678207" y="815981"/>
                </a:lnTo>
                <a:close/>
                <a:moveTo>
                  <a:pt x="1399880" y="105211"/>
                </a:moveTo>
                <a:lnTo>
                  <a:pt x="1665761" y="1253"/>
                </a:lnTo>
                <a:lnTo>
                  <a:pt x="1677711" y="1253"/>
                </a:lnTo>
                <a:lnTo>
                  <a:pt x="1796087" y="302912"/>
                </a:lnTo>
                <a:lnTo>
                  <a:pt x="1477180" y="302912"/>
                </a:lnTo>
                <a:close/>
                <a:moveTo>
                  <a:pt x="0" y="815752"/>
                </a:moveTo>
                <a:lnTo>
                  <a:pt x="76144" y="621713"/>
                </a:lnTo>
                <a:lnTo>
                  <a:pt x="118376" y="514093"/>
                </a:lnTo>
                <a:lnTo>
                  <a:pt x="118375" y="514093"/>
                </a:lnTo>
                <a:lnTo>
                  <a:pt x="320114" y="0"/>
                </a:lnTo>
                <a:lnTo>
                  <a:pt x="633617" y="0"/>
                </a:lnTo>
                <a:lnTo>
                  <a:pt x="432610" y="514093"/>
                </a:lnTo>
                <a:lnTo>
                  <a:pt x="432611" y="514093"/>
                </a:lnTo>
                <a:lnTo>
                  <a:pt x="802622" y="514093"/>
                </a:lnTo>
                <a:lnTo>
                  <a:pt x="802622" y="302912"/>
                </a:lnTo>
                <a:lnTo>
                  <a:pt x="802622" y="148391"/>
                </a:lnTo>
                <a:lnTo>
                  <a:pt x="802622" y="3828"/>
                </a:lnTo>
                <a:lnTo>
                  <a:pt x="802622" y="1253"/>
                </a:lnTo>
                <a:lnTo>
                  <a:pt x="1665760" y="1253"/>
                </a:lnTo>
                <a:lnTo>
                  <a:pt x="1399879" y="105211"/>
                </a:lnTo>
                <a:lnTo>
                  <a:pt x="1477179" y="302912"/>
                </a:lnTo>
                <a:lnTo>
                  <a:pt x="1104281" y="302912"/>
                </a:lnTo>
                <a:lnTo>
                  <a:pt x="1104281" y="816130"/>
                </a:lnTo>
                <a:lnTo>
                  <a:pt x="1104281" y="816131"/>
                </a:lnTo>
                <a:lnTo>
                  <a:pt x="802622" y="816131"/>
                </a:lnTo>
                <a:lnTo>
                  <a:pt x="802622" y="816130"/>
                </a:lnTo>
                <a:lnTo>
                  <a:pt x="802622" y="815752"/>
                </a:lnTo>
                <a:close/>
              </a:path>
            </a:pathLst>
          </a:custGeom>
          <a:solidFill>
            <a:srgbClr val="003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48470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CC623831-FA08-677A-5989-232E520C254F}"/>
              </a:ext>
            </a:extLst>
          </p:cNvPr>
          <p:cNvGrpSpPr/>
          <p:nvPr/>
        </p:nvGrpSpPr>
        <p:grpSpPr>
          <a:xfrm>
            <a:off x="-357725" y="669067"/>
            <a:ext cx="7355457" cy="5861185"/>
            <a:chOff x="-357725" y="669067"/>
            <a:chExt cx="7355457" cy="5861185"/>
          </a:xfrm>
        </p:grpSpPr>
        <p:grpSp>
          <p:nvGrpSpPr>
            <p:cNvPr id="152" name="Gruppieren 151">
              <a:extLst>
                <a:ext uri="{FF2B5EF4-FFF2-40B4-BE49-F238E27FC236}">
                  <a16:creationId xmlns:a16="http://schemas.microsoft.com/office/drawing/2014/main" id="{E69C7CD7-BA05-BF94-BACC-4C8697956654}"/>
                </a:ext>
              </a:extLst>
            </p:cNvPr>
            <p:cNvGrpSpPr>
              <a:grpSpLocks/>
            </p:cNvGrpSpPr>
            <p:nvPr/>
          </p:nvGrpSpPr>
          <p:grpSpPr>
            <a:xfrm>
              <a:off x="-357725" y="669067"/>
              <a:ext cx="6271503" cy="5861185"/>
              <a:chOff x="870016" y="1896096"/>
              <a:chExt cx="4282171" cy="3992191"/>
            </a:xfrm>
          </p:grpSpPr>
          <p:sp>
            <p:nvSpPr>
              <p:cNvPr id="150" name="Freihandform: Form 149">
                <a:extLst>
                  <a:ext uri="{FF2B5EF4-FFF2-40B4-BE49-F238E27FC236}">
                    <a16:creationId xmlns:a16="http://schemas.microsoft.com/office/drawing/2014/main" id="{95FE7859-3597-3143-EDD2-49A8E291EF38}"/>
                  </a:ext>
                </a:extLst>
              </p:cNvPr>
              <p:cNvSpPr>
                <a:spLocks/>
              </p:cNvSpPr>
              <p:nvPr/>
            </p:nvSpPr>
            <p:spPr>
              <a:xfrm rot="4116675">
                <a:off x="240726" y="2840704"/>
                <a:ext cx="3676873" cy="2418294"/>
              </a:xfrm>
              <a:custGeom>
                <a:avLst/>
                <a:gdLst>
                  <a:gd name="connsiteX0" fmla="*/ 2472183 w 3676873"/>
                  <a:gd name="connsiteY0" fmla="*/ 2300142 h 2418294"/>
                  <a:gd name="connsiteX1" fmla="*/ 2692208 w 3676873"/>
                  <a:gd name="connsiteY1" fmla="*/ 2062348 h 2418294"/>
                  <a:gd name="connsiteX2" fmla="*/ 2993868 w 3676873"/>
                  <a:gd name="connsiteY2" fmla="*/ 2180498 h 2418294"/>
                  <a:gd name="connsiteX3" fmla="*/ 2773842 w 3676873"/>
                  <a:gd name="connsiteY3" fmla="*/ 2418294 h 2418294"/>
                  <a:gd name="connsiteX4" fmla="*/ 0 w 3676873"/>
                  <a:gd name="connsiteY4" fmla="*/ 0 h 2418294"/>
                  <a:gd name="connsiteX5" fmla="*/ 301659 w 3676873"/>
                  <a:gd name="connsiteY5" fmla="*/ 74100 h 2418294"/>
                  <a:gd name="connsiteX6" fmla="*/ 301659 w 3676873"/>
                  <a:gd name="connsiteY6" fmla="*/ 1126042 h 2418294"/>
                  <a:gd name="connsiteX7" fmla="*/ 301660 w 3676873"/>
                  <a:gd name="connsiteY7" fmla="*/ 1126042 h 2418294"/>
                  <a:gd name="connsiteX8" fmla="*/ 301660 w 3676873"/>
                  <a:gd name="connsiteY8" fmla="*/ 1126042 h 2418294"/>
                  <a:gd name="connsiteX9" fmla="*/ 2692208 w 3676873"/>
                  <a:gd name="connsiteY9" fmla="*/ 2062347 h 2418294"/>
                  <a:gd name="connsiteX10" fmla="*/ 3408164 w 3676873"/>
                  <a:gd name="connsiteY10" fmla="*/ 1288575 h 2418294"/>
                  <a:gd name="connsiteX11" fmla="*/ 3676873 w 3676873"/>
                  <a:gd name="connsiteY11" fmla="*/ 1442338 h 2418294"/>
                  <a:gd name="connsiteX12" fmla="*/ 2993868 w 3676873"/>
                  <a:gd name="connsiteY12" fmla="*/ 2180498 h 2418294"/>
                  <a:gd name="connsiteX13" fmla="*/ 2692209 w 3676873"/>
                  <a:gd name="connsiteY13" fmla="*/ 2062348 h 2418294"/>
                  <a:gd name="connsiteX14" fmla="*/ 2472183 w 3676873"/>
                  <a:gd name="connsiteY14" fmla="*/ 2300141 h 2418294"/>
                  <a:gd name="connsiteX15" fmla="*/ 301660 w 3676873"/>
                  <a:gd name="connsiteY15" fmla="*/ 1450014 h 2418294"/>
                  <a:gd name="connsiteX16" fmla="*/ 301660 w 3676873"/>
                  <a:gd name="connsiteY16" fmla="*/ 1450014 h 2418294"/>
                  <a:gd name="connsiteX17" fmla="*/ 1 w 3676873"/>
                  <a:gd name="connsiteY17" fmla="*/ 1331863 h 2418294"/>
                  <a:gd name="connsiteX18" fmla="*/ 1 w 3676873"/>
                  <a:gd name="connsiteY18" fmla="*/ 1007893 h 2418294"/>
                  <a:gd name="connsiteX19" fmla="*/ 0 w 3676873"/>
                  <a:gd name="connsiteY19" fmla="*/ 1007892 h 2418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676873" h="2418294">
                    <a:moveTo>
                      <a:pt x="2472183" y="2300142"/>
                    </a:moveTo>
                    <a:lnTo>
                      <a:pt x="2692208" y="2062348"/>
                    </a:lnTo>
                    <a:lnTo>
                      <a:pt x="2993868" y="2180498"/>
                    </a:lnTo>
                    <a:lnTo>
                      <a:pt x="2773842" y="2418294"/>
                    </a:lnTo>
                    <a:close/>
                    <a:moveTo>
                      <a:pt x="0" y="0"/>
                    </a:moveTo>
                    <a:lnTo>
                      <a:pt x="301659" y="74100"/>
                    </a:lnTo>
                    <a:lnTo>
                      <a:pt x="301659" y="1126042"/>
                    </a:lnTo>
                    <a:lnTo>
                      <a:pt x="301660" y="1126042"/>
                    </a:lnTo>
                    <a:lnTo>
                      <a:pt x="301660" y="1126042"/>
                    </a:lnTo>
                    <a:lnTo>
                      <a:pt x="2692208" y="2062347"/>
                    </a:lnTo>
                    <a:lnTo>
                      <a:pt x="3408164" y="1288575"/>
                    </a:lnTo>
                    <a:lnTo>
                      <a:pt x="3676873" y="1442338"/>
                    </a:lnTo>
                    <a:lnTo>
                      <a:pt x="2993868" y="2180498"/>
                    </a:lnTo>
                    <a:lnTo>
                      <a:pt x="2692209" y="2062348"/>
                    </a:lnTo>
                    <a:lnTo>
                      <a:pt x="2472183" y="2300141"/>
                    </a:lnTo>
                    <a:lnTo>
                      <a:pt x="301660" y="1450014"/>
                    </a:lnTo>
                    <a:lnTo>
                      <a:pt x="301660" y="1450014"/>
                    </a:lnTo>
                    <a:lnTo>
                      <a:pt x="1" y="1331863"/>
                    </a:lnTo>
                    <a:lnTo>
                      <a:pt x="1" y="1007893"/>
                    </a:lnTo>
                    <a:lnTo>
                      <a:pt x="0" y="1007892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CH"/>
              </a:p>
            </p:txBody>
          </p:sp>
          <p:grpSp>
            <p:nvGrpSpPr>
              <p:cNvPr id="151" name="Gruppieren 150">
                <a:extLst>
                  <a:ext uri="{FF2B5EF4-FFF2-40B4-BE49-F238E27FC236}">
                    <a16:creationId xmlns:a16="http://schemas.microsoft.com/office/drawing/2014/main" id="{B04E260C-A50A-A996-C6FC-16B894B48CEA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532322" y="1896096"/>
                <a:ext cx="2619865" cy="3952206"/>
                <a:chOff x="2532322" y="1896096"/>
                <a:chExt cx="2619865" cy="3952206"/>
              </a:xfrm>
            </p:grpSpPr>
            <p:sp>
              <p:nvSpPr>
                <p:cNvPr id="129" name="Freihandform: Form 128">
                  <a:extLst>
                    <a:ext uri="{FF2B5EF4-FFF2-40B4-BE49-F238E27FC236}">
                      <a16:creationId xmlns:a16="http://schemas.microsoft.com/office/drawing/2014/main" id="{88296B8D-E691-1F34-A9F8-CC00F859E674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4116675">
                  <a:off x="2787286" y="2127472"/>
                  <a:ext cx="301659" cy="341844"/>
                </a:xfrm>
                <a:custGeom>
                  <a:avLst/>
                  <a:gdLst>
                    <a:gd name="connsiteX0" fmla="*/ 0 w 301659"/>
                    <a:gd name="connsiteY0" fmla="*/ 0 h 341844"/>
                    <a:gd name="connsiteX1" fmla="*/ 396 w 301659"/>
                    <a:gd name="connsiteY1" fmla="*/ 61 h 341844"/>
                    <a:gd name="connsiteX2" fmla="*/ 301659 w 301659"/>
                    <a:gd name="connsiteY2" fmla="*/ 118056 h 341844"/>
                    <a:gd name="connsiteX3" fmla="*/ 301659 w 301659"/>
                    <a:gd name="connsiteY3" fmla="*/ 341844 h 341844"/>
                    <a:gd name="connsiteX4" fmla="*/ 0 w 301659"/>
                    <a:gd name="connsiteY4" fmla="*/ 223693 h 341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1659" h="341844">
                      <a:moveTo>
                        <a:pt x="0" y="0"/>
                      </a:moveTo>
                      <a:lnTo>
                        <a:pt x="396" y="61"/>
                      </a:lnTo>
                      <a:lnTo>
                        <a:pt x="301659" y="118056"/>
                      </a:lnTo>
                      <a:lnTo>
                        <a:pt x="301659" y="341844"/>
                      </a:lnTo>
                      <a:lnTo>
                        <a:pt x="0" y="223693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6" name="Freihandform: Form 95">
                  <a:extLst>
                    <a:ext uri="{FF2B5EF4-FFF2-40B4-BE49-F238E27FC236}">
                      <a16:creationId xmlns:a16="http://schemas.microsoft.com/office/drawing/2014/main" id="{AC0B18CC-E0D2-139C-2321-037BAF35ADD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532322" y="1896096"/>
                  <a:ext cx="301659" cy="3952206"/>
                </a:xfrm>
                <a:custGeom>
                  <a:avLst/>
                  <a:gdLst>
                    <a:gd name="connsiteX0" fmla="*/ 0 w 301659"/>
                    <a:gd name="connsiteY0" fmla="*/ 0 h 3952206"/>
                    <a:gd name="connsiteX1" fmla="*/ 301659 w 301659"/>
                    <a:gd name="connsiteY1" fmla="*/ 118376 h 3952206"/>
                    <a:gd name="connsiteX2" fmla="*/ 301659 w 301659"/>
                    <a:gd name="connsiteY2" fmla="*/ 3833830 h 3952206"/>
                    <a:gd name="connsiteX3" fmla="*/ 0 w 301659"/>
                    <a:gd name="connsiteY3" fmla="*/ 3952206 h 3952206"/>
                    <a:gd name="connsiteX4" fmla="*/ 0 w 301659"/>
                    <a:gd name="connsiteY4" fmla="*/ 0 h 3952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1659" h="3952206">
                      <a:moveTo>
                        <a:pt x="0" y="0"/>
                      </a:moveTo>
                      <a:lnTo>
                        <a:pt x="301659" y="118376"/>
                      </a:lnTo>
                      <a:lnTo>
                        <a:pt x="301659" y="3833830"/>
                      </a:lnTo>
                      <a:lnTo>
                        <a:pt x="0" y="395220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5" name="Freihandform: Form 94">
                  <a:extLst>
                    <a:ext uri="{FF2B5EF4-FFF2-40B4-BE49-F238E27FC236}">
                      <a16:creationId xmlns:a16="http://schemas.microsoft.com/office/drawing/2014/main" id="{EF0FCB03-0EED-2406-55C3-992FF0A567D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42250" y="2096202"/>
                  <a:ext cx="301659" cy="3551997"/>
                </a:xfrm>
                <a:custGeom>
                  <a:avLst/>
                  <a:gdLst>
                    <a:gd name="connsiteX0" fmla="*/ 0 w 301659"/>
                    <a:gd name="connsiteY0" fmla="*/ 0 h 3551997"/>
                    <a:gd name="connsiteX1" fmla="*/ 301659 w 301659"/>
                    <a:gd name="connsiteY1" fmla="*/ 118375 h 3551997"/>
                    <a:gd name="connsiteX2" fmla="*/ 301659 w 301659"/>
                    <a:gd name="connsiteY2" fmla="*/ 3433621 h 3551997"/>
                    <a:gd name="connsiteX3" fmla="*/ 0 w 301659"/>
                    <a:gd name="connsiteY3" fmla="*/ 3551997 h 3551997"/>
                    <a:gd name="connsiteX4" fmla="*/ 0 w 301659"/>
                    <a:gd name="connsiteY4" fmla="*/ 0 h 35519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1659" h="3551997">
                      <a:moveTo>
                        <a:pt x="0" y="0"/>
                      </a:moveTo>
                      <a:lnTo>
                        <a:pt x="301659" y="118375"/>
                      </a:lnTo>
                      <a:lnTo>
                        <a:pt x="301659" y="3433621"/>
                      </a:lnTo>
                      <a:lnTo>
                        <a:pt x="0" y="355199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de-CH" dirty="0"/>
                </a:p>
              </p:txBody>
            </p:sp>
            <p:sp>
              <p:nvSpPr>
                <p:cNvPr id="94" name="Freihandform: Form 93">
                  <a:extLst>
                    <a:ext uri="{FF2B5EF4-FFF2-40B4-BE49-F238E27FC236}">
                      <a16:creationId xmlns:a16="http://schemas.microsoft.com/office/drawing/2014/main" id="{65AC2A3A-9798-9F13-B5CD-73A74197F3E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552178" y="2296304"/>
                  <a:ext cx="301659" cy="3151790"/>
                </a:xfrm>
                <a:custGeom>
                  <a:avLst/>
                  <a:gdLst>
                    <a:gd name="connsiteX0" fmla="*/ 0 w 301659"/>
                    <a:gd name="connsiteY0" fmla="*/ 0 h 3151790"/>
                    <a:gd name="connsiteX1" fmla="*/ 301659 w 301659"/>
                    <a:gd name="connsiteY1" fmla="*/ 118376 h 3151790"/>
                    <a:gd name="connsiteX2" fmla="*/ 301659 w 301659"/>
                    <a:gd name="connsiteY2" fmla="*/ 3033414 h 3151790"/>
                    <a:gd name="connsiteX3" fmla="*/ 0 w 301659"/>
                    <a:gd name="connsiteY3" fmla="*/ 3151790 h 3151790"/>
                    <a:gd name="connsiteX4" fmla="*/ 0 w 301659"/>
                    <a:gd name="connsiteY4" fmla="*/ 0 h 31517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1659" h="3151790">
                      <a:moveTo>
                        <a:pt x="0" y="0"/>
                      </a:moveTo>
                      <a:lnTo>
                        <a:pt x="301659" y="118376"/>
                      </a:lnTo>
                      <a:lnTo>
                        <a:pt x="301659" y="3033414"/>
                      </a:lnTo>
                      <a:lnTo>
                        <a:pt x="0" y="31517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B8F2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de-CH" dirty="0"/>
                </a:p>
              </p:txBody>
            </p:sp>
            <p:sp>
              <p:nvSpPr>
                <p:cNvPr id="130" name="Freihandform: Form 129">
                  <a:extLst>
                    <a:ext uri="{FF2B5EF4-FFF2-40B4-BE49-F238E27FC236}">
                      <a16:creationId xmlns:a16="http://schemas.microsoft.com/office/drawing/2014/main" id="{C1CD6A69-F97E-B9C9-6FDB-B7C5508E62E2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4116675">
                  <a:off x="3297213" y="2328159"/>
                  <a:ext cx="301659" cy="341844"/>
                </a:xfrm>
                <a:custGeom>
                  <a:avLst/>
                  <a:gdLst>
                    <a:gd name="connsiteX0" fmla="*/ 0 w 301659"/>
                    <a:gd name="connsiteY0" fmla="*/ 0 h 341844"/>
                    <a:gd name="connsiteX1" fmla="*/ 396 w 301659"/>
                    <a:gd name="connsiteY1" fmla="*/ 61 h 341844"/>
                    <a:gd name="connsiteX2" fmla="*/ 301659 w 301659"/>
                    <a:gd name="connsiteY2" fmla="*/ 118056 h 341844"/>
                    <a:gd name="connsiteX3" fmla="*/ 301659 w 301659"/>
                    <a:gd name="connsiteY3" fmla="*/ 341844 h 341844"/>
                    <a:gd name="connsiteX4" fmla="*/ 0 w 301659"/>
                    <a:gd name="connsiteY4" fmla="*/ 223693 h 341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1659" h="341844">
                      <a:moveTo>
                        <a:pt x="0" y="0"/>
                      </a:moveTo>
                      <a:lnTo>
                        <a:pt x="396" y="61"/>
                      </a:lnTo>
                      <a:lnTo>
                        <a:pt x="301659" y="118056"/>
                      </a:lnTo>
                      <a:lnTo>
                        <a:pt x="301659" y="341844"/>
                      </a:lnTo>
                      <a:lnTo>
                        <a:pt x="0" y="223693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1" name="Freihandform: Form 130">
                  <a:extLst>
                    <a:ext uri="{FF2B5EF4-FFF2-40B4-BE49-F238E27FC236}">
                      <a16:creationId xmlns:a16="http://schemas.microsoft.com/office/drawing/2014/main" id="{1A3EFBAF-59FD-557D-A64D-9B55ECEF911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4116675">
                  <a:off x="3807139" y="2528261"/>
                  <a:ext cx="301659" cy="341844"/>
                </a:xfrm>
                <a:custGeom>
                  <a:avLst/>
                  <a:gdLst>
                    <a:gd name="connsiteX0" fmla="*/ 0 w 301659"/>
                    <a:gd name="connsiteY0" fmla="*/ 0 h 341844"/>
                    <a:gd name="connsiteX1" fmla="*/ 396 w 301659"/>
                    <a:gd name="connsiteY1" fmla="*/ 61 h 341844"/>
                    <a:gd name="connsiteX2" fmla="*/ 301659 w 301659"/>
                    <a:gd name="connsiteY2" fmla="*/ 118056 h 341844"/>
                    <a:gd name="connsiteX3" fmla="*/ 301659 w 301659"/>
                    <a:gd name="connsiteY3" fmla="*/ 341844 h 341844"/>
                    <a:gd name="connsiteX4" fmla="*/ 0 w 301659"/>
                    <a:gd name="connsiteY4" fmla="*/ 223693 h 341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1659" h="341844">
                      <a:moveTo>
                        <a:pt x="0" y="0"/>
                      </a:moveTo>
                      <a:lnTo>
                        <a:pt x="396" y="61"/>
                      </a:lnTo>
                      <a:lnTo>
                        <a:pt x="301659" y="118056"/>
                      </a:lnTo>
                      <a:lnTo>
                        <a:pt x="301659" y="341844"/>
                      </a:lnTo>
                      <a:lnTo>
                        <a:pt x="0" y="223693"/>
                      </a:lnTo>
                      <a:close/>
                    </a:path>
                  </a:pathLst>
                </a:custGeom>
                <a:solidFill>
                  <a:srgbClr val="00131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" name="Freihandform: Form 3">
                  <a:extLst>
                    <a:ext uri="{FF2B5EF4-FFF2-40B4-BE49-F238E27FC236}">
                      <a16:creationId xmlns:a16="http://schemas.microsoft.com/office/drawing/2014/main" id="{BD0AF4B8-6972-6728-5E01-8621DC862D06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4116675">
                  <a:off x="4316708" y="2721065"/>
                  <a:ext cx="301659" cy="351313"/>
                </a:xfrm>
                <a:custGeom>
                  <a:avLst/>
                  <a:gdLst>
                    <a:gd name="connsiteX0" fmla="*/ 0 w 301659"/>
                    <a:gd name="connsiteY0" fmla="*/ 0 h 341844"/>
                    <a:gd name="connsiteX1" fmla="*/ 396 w 301659"/>
                    <a:gd name="connsiteY1" fmla="*/ 61 h 341844"/>
                    <a:gd name="connsiteX2" fmla="*/ 301659 w 301659"/>
                    <a:gd name="connsiteY2" fmla="*/ 118056 h 341844"/>
                    <a:gd name="connsiteX3" fmla="*/ 301659 w 301659"/>
                    <a:gd name="connsiteY3" fmla="*/ 341844 h 341844"/>
                    <a:gd name="connsiteX4" fmla="*/ 0 w 301659"/>
                    <a:gd name="connsiteY4" fmla="*/ 223693 h 341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1659" h="341844">
                      <a:moveTo>
                        <a:pt x="0" y="0"/>
                      </a:moveTo>
                      <a:lnTo>
                        <a:pt x="396" y="61"/>
                      </a:lnTo>
                      <a:lnTo>
                        <a:pt x="301659" y="118056"/>
                      </a:lnTo>
                      <a:lnTo>
                        <a:pt x="301659" y="341844"/>
                      </a:lnTo>
                      <a:lnTo>
                        <a:pt x="0" y="223693"/>
                      </a:lnTo>
                      <a:close/>
                    </a:path>
                  </a:pathLst>
                </a:custGeom>
                <a:solidFill>
                  <a:srgbClr val="00131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de-CH" dirty="0"/>
                </a:p>
              </p:txBody>
            </p:sp>
            <p:sp>
              <p:nvSpPr>
                <p:cNvPr id="5" name="Freihandform: Form 4">
                  <a:extLst>
                    <a:ext uri="{FF2B5EF4-FFF2-40B4-BE49-F238E27FC236}">
                      <a16:creationId xmlns:a16="http://schemas.microsoft.com/office/drawing/2014/main" id="{ED697C0A-B3AE-0BA9-14FA-7535B08445D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4116675">
                  <a:off x="4825701" y="2911726"/>
                  <a:ext cx="301659" cy="351313"/>
                </a:xfrm>
                <a:custGeom>
                  <a:avLst/>
                  <a:gdLst>
                    <a:gd name="connsiteX0" fmla="*/ 0 w 301659"/>
                    <a:gd name="connsiteY0" fmla="*/ 0 h 341844"/>
                    <a:gd name="connsiteX1" fmla="*/ 396 w 301659"/>
                    <a:gd name="connsiteY1" fmla="*/ 61 h 341844"/>
                    <a:gd name="connsiteX2" fmla="*/ 301659 w 301659"/>
                    <a:gd name="connsiteY2" fmla="*/ 118056 h 341844"/>
                    <a:gd name="connsiteX3" fmla="*/ 301659 w 301659"/>
                    <a:gd name="connsiteY3" fmla="*/ 341844 h 341844"/>
                    <a:gd name="connsiteX4" fmla="*/ 0 w 301659"/>
                    <a:gd name="connsiteY4" fmla="*/ 223693 h 341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1659" h="341844">
                      <a:moveTo>
                        <a:pt x="0" y="0"/>
                      </a:moveTo>
                      <a:lnTo>
                        <a:pt x="396" y="61"/>
                      </a:lnTo>
                      <a:lnTo>
                        <a:pt x="301659" y="118056"/>
                      </a:lnTo>
                      <a:lnTo>
                        <a:pt x="301659" y="341844"/>
                      </a:lnTo>
                      <a:lnTo>
                        <a:pt x="0" y="223693"/>
                      </a:lnTo>
                      <a:close/>
                    </a:path>
                  </a:pathLst>
                </a:custGeom>
                <a:solidFill>
                  <a:srgbClr val="00131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de-CH" dirty="0"/>
                </a:p>
              </p:txBody>
            </p:sp>
          </p:grpSp>
        </p:grpSp>
        <p:sp>
          <p:nvSpPr>
            <p:cNvPr id="2" name="Freihandform: Form 1">
              <a:extLst>
                <a:ext uri="{FF2B5EF4-FFF2-40B4-BE49-F238E27FC236}">
                  <a16:creationId xmlns:a16="http://schemas.microsoft.com/office/drawing/2014/main" id="{2DBEAE6E-9A3C-9E73-9493-305691DB4C27}"/>
                </a:ext>
              </a:extLst>
            </p:cNvPr>
            <p:cNvSpPr/>
            <p:nvPr/>
          </p:nvSpPr>
          <p:spPr>
            <a:xfrm>
              <a:off x="4315302" y="1550646"/>
              <a:ext cx="1191528" cy="4044033"/>
            </a:xfrm>
            <a:custGeom>
              <a:avLst/>
              <a:gdLst>
                <a:gd name="connsiteX0" fmla="*/ 0 w 813573"/>
                <a:gd name="connsiteY0" fmla="*/ 0 h 2797748"/>
                <a:gd name="connsiteX1" fmla="*/ 301659 w 813573"/>
                <a:gd name="connsiteY1" fmla="*/ 118376 h 2797748"/>
                <a:gd name="connsiteX2" fmla="*/ 301659 w 813573"/>
                <a:gd name="connsiteY2" fmla="*/ 2373742 h 2797748"/>
                <a:gd name="connsiteX3" fmla="*/ 301659 w 813573"/>
                <a:gd name="connsiteY3" fmla="*/ 2373743 h 2797748"/>
                <a:gd name="connsiteX4" fmla="*/ 511914 w 813573"/>
                <a:gd name="connsiteY4" fmla="*/ 2291534 h 2797748"/>
                <a:gd name="connsiteX5" fmla="*/ 511914 w 813573"/>
                <a:gd name="connsiteY5" fmla="*/ 2291533 h 2797748"/>
                <a:gd name="connsiteX6" fmla="*/ 511914 w 813573"/>
                <a:gd name="connsiteY6" fmla="*/ 200884 h 2797748"/>
                <a:gd name="connsiteX7" fmla="*/ 813573 w 813573"/>
                <a:gd name="connsiteY7" fmla="*/ 319260 h 2797748"/>
                <a:gd name="connsiteX8" fmla="*/ 813573 w 813573"/>
                <a:gd name="connsiteY8" fmla="*/ 2478490 h 2797748"/>
                <a:gd name="connsiteX9" fmla="*/ 805614 w 813573"/>
                <a:gd name="connsiteY9" fmla="*/ 2481613 h 2797748"/>
                <a:gd name="connsiteX10" fmla="*/ 805614 w 813573"/>
                <a:gd name="connsiteY10" fmla="*/ 2481612 h 2797748"/>
                <a:gd name="connsiteX11" fmla="*/ 511914 w 813573"/>
                <a:gd name="connsiteY11" fmla="*/ 2596865 h 2797748"/>
                <a:gd name="connsiteX12" fmla="*/ 511914 w 813573"/>
                <a:gd name="connsiteY12" fmla="*/ 2596866 h 2797748"/>
                <a:gd name="connsiteX13" fmla="*/ 301659 w 813573"/>
                <a:gd name="connsiteY13" fmla="*/ 2679373 h 2797748"/>
                <a:gd name="connsiteX14" fmla="*/ 301659 w 813573"/>
                <a:gd name="connsiteY14" fmla="*/ 2679372 h 2797748"/>
                <a:gd name="connsiteX15" fmla="*/ 202259 w 813573"/>
                <a:gd name="connsiteY15" fmla="*/ 2718378 h 2797748"/>
                <a:gd name="connsiteX16" fmla="*/ 0 w 813573"/>
                <a:gd name="connsiteY16" fmla="*/ 2797748 h 2797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3573" h="2797748">
                  <a:moveTo>
                    <a:pt x="0" y="0"/>
                  </a:moveTo>
                  <a:lnTo>
                    <a:pt x="301659" y="118376"/>
                  </a:lnTo>
                  <a:lnTo>
                    <a:pt x="301659" y="2373742"/>
                  </a:lnTo>
                  <a:lnTo>
                    <a:pt x="301659" y="2373743"/>
                  </a:lnTo>
                  <a:lnTo>
                    <a:pt x="511914" y="2291534"/>
                  </a:lnTo>
                  <a:lnTo>
                    <a:pt x="511914" y="2291533"/>
                  </a:lnTo>
                  <a:lnTo>
                    <a:pt x="511914" y="200884"/>
                  </a:lnTo>
                  <a:lnTo>
                    <a:pt x="813573" y="319260"/>
                  </a:lnTo>
                  <a:lnTo>
                    <a:pt x="813573" y="2478490"/>
                  </a:lnTo>
                  <a:lnTo>
                    <a:pt x="805614" y="2481613"/>
                  </a:lnTo>
                  <a:lnTo>
                    <a:pt x="805614" y="2481612"/>
                  </a:lnTo>
                  <a:lnTo>
                    <a:pt x="511914" y="2596865"/>
                  </a:lnTo>
                  <a:lnTo>
                    <a:pt x="511914" y="2596866"/>
                  </a:lnTo>
                  <a:lnTo>
                    <a:pt x="301659" y="2679373"/>
                  </a:lnTo>
                  <a:lnTo>
                    <a:pt x="301659" y="2679372"/>
                  </a:lnTo>
                  <a:lnTo>
                    <a:pt x="202259" y="2718378"/>
                  </a:lnTo>
                  <a:lnTo>
                    <a:pt x="0" y="2797748"/>
                  </a:lnTo>
                  <a:close/>
                </a:path>
              </a:pathLst>
            </a:custGeom>
            <a:solidFill>
              <a:srgbClr val="003D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CH"/>
            </a:p>
          </p:txBody>
        </p:sp>
        <p:sp>
          <p:nvSpPr>
            <p:cNvPr id="3" name="Freihandform: Form 2">
              <a:extLst>
                <a:ext uri="{FF2B5EF4-FFF2-40B4-BE49-F238E27FC236}">
                  <a16:creationId xmlns:a16="http://schemas.microsoft.com/office/drawing/2014/main" id="{9C709A4E-BC0C-8762-A913-D34FC88BAACA}"/>
                </a:ext>
              </a:extLst>
            </p:cNvPr>
            <p:cNvSpPr/>
            <p:nvPr/>
          </p:nvSpPr>
          <p:spPr>
            <a:xfrm rot="5400000">
              <a:off x="4954835" y="2965987"/>
              <a:ext cx="2890519" cy="1195274"/>
            </a:xfrm>
            <a:custGeom>
              <a:avLst/>
              <a:gdLst>
                <a:gd name="connsiteX0" fmla="*/ 1477609 w 1997845"/>
                <a:gd name="connsiteY0" fmla="*/ 302931 h 816131"/>
                <a:gd name="connsiteX1" fmla="*/ 1796516 w 1997845"/>
                <a:gd name="connsiteY1" fmla="*/ 302931 h 816131"/>
                <a:gd name="connsiteX2" fmla="*/ 1997845 w 1997845"/>
                <a:gd name="connsiteY2" fmla="*/ 815981 h 816131"/>
                <a:gd name="connsiteX3" fmla="*/ 1678207 w 1997845"/>
                <a:gd name="connsiteY3" fmla="*/ 815981 h 816131"/>
                <a:gd name="connsiteX4" fmla="*/ 1399880 w 1997845"/>
                <a:gd name="connsiteY4" fmla="*/ 105211 h 816131"/>
                <a:gd name="connsiteX5" fmla="*/ 1665761 w 1997845"/>
                <a:gd name="connsiteY5" fmla="*/ 1253 h 816131"/>
                <a:gd name="connsiteX6" fmla="*/ 1677711 w 1997845"/>
                <a:gd name="connsiteY6" fmla="*/ 1253 h 816131"/>
                <a:gd name="connsiteX7" fmla="*/ 1796087 w 1997845"/>
                <a:gd name="connsiteY7" fmla="*/ 302912 h 816131"/>
                <a:gd name="connsiteX8" fmla="*/ 1477180 w 1997845"/>
                <a:gd name="connsiteY8" fmla="*/ 302912 h 816131"/>
                <a:gd name="connsiteX9" fmla="*/ 0 w 1997845"/>
                <a:gd name="connsiteY9" fmla="*/ 815752 h 816131"/>
                <a:gd name="connsiteX10" fmla="*/ 76144 w 1997845"/>
                <a:gd name="connsiteY10" fmla="*/ 621713 h 816131"/>
                <a:gd name="connsiteX11" fmla="*/ 118376 w 1997845"/>
                <a:gd name="connsiteY11" fmla="*/ 514093 h 816131"/>
                <a:gd name="connsiteX12" fmla="*/ 118375 w 1997845"/>
                <a:gd name="connsiteY12" fmla="*/ 514093 h 816131"/>
                <a:gd name="connsiteX13" fmla="*/ 320114 w 1997845"/>
                <a:gd name="connsiteY13" fmla="*/ 0 h 816131"/>
                <a:gd name="connsiteX14" fmla="*/ 633617 w 1997845"/>
                <a:gd name="connsiteY14" fmla="*/ 0 h 816131"/>
                <a:gd name="connsiteX15" fmla="*/ 432610 w 1997845"/>
                <a:gd name="connsiteY15" fmla="*/ 514093 h 816131"/>
                <a:gd name="connsiteX16" fmla="*/ 432611 w 1997845"/>
                <a:gd name="connsiteY16" fmla="*/ 514093 h 816131"/>
                <a:gd name="connsiteX17" fmla="*/ 802622 w 1997845"/>
                <a:gd name="connsiteY17" fmla="*/ 514093 h 816131"/>
                <a:gd name="connsiteX18" fmla="*/ 802622 w 1997845"/>
                <a:gd name="connsiteY18" fmla="*/ 302912 h 816131"/>
                <a:gd name="connsiteX19" fmla="*/ 802622 w 1997845"/>
                <a:gd name="connsiteY19" fmla="*/ 148391 h 816131"/>
                <a:gd name="connsiteX20" fmla="*/ 802622 w 1997845"/>
                <a:gd name="connsiteY20" fmla="*/ 3828 h 816131"/>
                <a:gd name="connsiteX21" fmla="*/ 802622 w 1997845"/>
                <a:gd name="connsiteY21" fmla="*/ 1253 h 816131"/>
                <a:gd name="connsiteX22" fmla="*/ 1665760 w 1997845"/>
                <a:gd name="connsiteY22" fmla="*/ 1253 h 816131"/>
                <a:gd name="connsiteX23" fmla="*/ 1399879 w 1997845"/>
                <a:gd name="connsiteY23" fmla="*/ 105211 h 816131"/>
                <a:gd name="connsiteX24" fmla="*/ 1477179 w 1997845"/>
                <a:gd name="connsiteY24" fmla="*/ 302912 h 816131"/>
                <a:gd name="connsiteX25" fmla="*/ 1104281 w 1997845"/>
                <a:gd name="connsiteY25" fmla="*/ 302912 h 816131"/>
                <a:gd name="connsiteX26" fmla="*/ 1104281 w 1997845"/>
                <a:gd name="connsiteY26" fmla="*/ 816130 h 816131"/>
                <a:gd name="connsiteX27" fmla="*/ 1104281 w 1997845"/>
                <a:gd name="connsiteY27" fmla="*/ 816131 h 816131"/>
                <a:gd name="connsiteX28" fmla="*/ 802622 w 1997845"/>
                <a:gd name="connsiteY28" fmla="*/ 816131 h 816131"/>
                <a:gd name="connsiteX29" fmla="*/ 802622 w 1997845"/>
                <a:gd name="connsiteY29" fmla="*/ 816130 h 816131"/>
                <a:gd name="connsiteX30" fmla="*/ 802622 w 1997845"/>
                <a:gd name="connsiteY30" fmla="*/ 815752 h 816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97845" h="816131">
                  <a:moveTo>
                    <a:pt x="1477609" y="302931"/>
                  </a:moveTo>
                  <a:lnTo>
                    <a:pt x="1796516" y="302931"/>
                  </a:lnTo>
                  <a:lnTo>
                    <a:pt x="1997845" y="815981"/>
                  </a:lnTo>
                  <a:lnTo>
                    <a:pt x="1678207" y="815981"/>
                  </a:lnTo>
                  <a:close/>
                  <a:moveTo>
                    <a:pt x="1399880" y="105211"/>
                  </a:moveTo>
                  <a:lnTo>
                    <a:pt x="1665761" y="1253"/>
                  </a:lnTo>
                  <a:lnTo>
                    <a:pt x="1677711" y="1253"/>
                  </a:lnTo>
                  <a:lnTo>
                    <a:pt x="1796087" y="302912"/>
                  </a:lnTo>
                  <a:lnTo>
                    <a:pt x="1477180" y="302912"/>
                  </a:lnTo>
                  <a:close/>
                  <a:moveTo>
                    <a:pt x="0" y="815752"/>
                  </a:moveTo>
                  <a:lnTo>
                    <a:pt x="76144" y="621713"/>
                  </a:lnTo>
                  <a:lnTo>
                    <a:pt x="118376" y="514093"/>
                  </a:lnTo>
                  <a:lnTo>
                    <a:pt x="118375" y="514093"/>
                  </a:lnTo>
                  <a:lnTo>
                    <a:pt x="320114" y="0"/>
                  </a:lnTo>
                  <a:lnTo>
                    <a:pt x="633617" y="0"/>
                  </a:lnTo>
                  <a:lnTo>
                    <a:pt x="432610" y="514093"/>
                  </a:lnTo>
                  <a:lnTo>
                    <a:pt x="432611" y="514093"/>
                  </a:lnTo>
                  <a:lnTo>
                    <a:pt x="802622" y="514093"/>
                  </a:lnTo>
                  <a:lnTo>
                    <a:pt x="802622" y="302912"/>
                  </a:lnTo>
                  <a:lnTo>
                    <a:pt x="802622" y="148391"/>
                  </a:lnTo>
                  <a:lnTo>
                    <a:pt x="802622" y="3828"/>
                  </a:lnTo>
                  <a:lnTo>
                    <a:pt x="802622" y="1253"/>
                  </a:lnTo>
                  <a:lnTo>
                    <a:pt x="1665760" y="1253"/>
                  </a:lnTo>
                  <a:lnTo>
                    <a:pt x="1399879" y="105211"/>
                  </a:lnTo>
                  <a:lnTo>
                    <a:pt x="1477179" y="302912"/>
                  </a:lnTo>
                  <a:lnTo>
                    <a:pt x="1104281" y="302912"/>
                  </a:lnTo>
                  <a:lnTo>
                    <a:pt x="1104281" y="816130"/>
                  </a:lnTo>
                  <a:lnTo>
                    <a:pt x="1104281" y="816131"/>
                  </a:lnTo>
                  <a:lnTo>
                    <a:pt x="802622" y="816131"/>
                  </a:lnTo>
                  <a:lnTo>
                    <a:pt x="802622" y="816130"/>
                  </a:lnTo>
                  <a:lnTo>
                    <a:pt x="802622" y="815752"/>
                  </a:lnTo>
                  <a:close/>
                </a:path>
              </a:pathLst>
            </a:custGeom>
            <a:solidFill>
              <a:srgbClr val="003D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146478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MIus">
      <a:dk1>
        <a:srgbClr val="001900"/>
      </a:dk1>
      <a:lt1>
        <a:srgbClr val="FFFFFF"/>
      </a:lt1>
      <a:dk2>
        <a:srgbClr val="001313"/>
      </a:dk2>
      <a:lt2>
        <a:srgbClr val="206B6B"/>
      </a:lt2>
      <a:accent1>
        <a:srgbClr val="141E00"/>
      </a:accent1>
      <a:accent2>
        <a:srgbClr val="80A732"/>
      </a:accent2>
      <a:accent3>
        <a:srgbClr val="003400"/>
      </a:accent3>
      <a:accent4>
        <a:srgbClr val="005100"/>
      </a:accent4>
      <a:accent5>
        <a:srgbClr val="117011"/>
      </a:accent5>
      <a:accent6>
        <a:srgbClr val="002727"/>
      </a:accent6>
      <a:hlink>
        <a:srgbClr val="003D3D"/>
      </a:hlink>
      <a:folHlink>
        <a:srgbClr val="0D545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0B90CDE-CA6B-4D8D-A380-27AED8884176}">
  <we:reference id="wa104381063" version="1.0.0.1" store="en-001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0</Words>
  <Application>Microsoft Office PowerPoint</Application>
  <PresentationFormat>Benutzerdefiniert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Müller Samuel PHSG</dc:creator>
  <cp:lastModifiedBy>Samuel Müller</cp:lastModifiedBy>
  <cp:revision>1</cp:revision>
  <dcterms:created xsi:type="dcterms:W3CDTF">2023-07-07T09:03:02Z</dcterms:created>
  <dcterms:modified xsi:type="dcterms:W3CDTF">2023-07-11T08:00:15Z</dcterms:modified>
</cp:coreProperties>
</file>