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rgbClr val="00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E3EBE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>
              <a:defRPr>
                <a:solidFill>
                  <a:srgbClr val="E3EBE6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E3EBE6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3EBE6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E3EBE6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mius_absender_positiv_1200px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2000" y="6336000"/>
            <a:ext cx="910843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3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000" y="1224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spc="300">
                <a:solidFill>
                  <a:srgbClr val="93A9A0"/>
                </a:solidFill>
                <a:latin typeface="JetBrains Mono"/>
              </a:rPr>
              <a:t>WEITERBILDUNG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0" y="1656000"/>
            <a:ext cx="68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E3EBE6"/>
                </a:solidFill>
                <a:latin typeface="Archivo"/>
              </a:rPr>
              <a:t>Titel der Veranstaltung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000" y="3528000"/>
            <a:ext cx="6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D3CC"/>
                </a:solidFill>
                <a:latin typeface="Instrument Sans"/>
              </a:rPr>
              <a:t>Untertitel, Zielgruppe und Datum</a:t>
            </a:r>
          </a:p>
        </p:txBody>
      </p:sp>
      <p:pic>
        <p:nvPicPr>
          <p:cNvPr id="5" name="Picture 4" descr="mius_absender_negativ_1200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000" y="6336000"/>
            <a:ext cx="910843" cy="25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000" y="2160000"/>
            <a:ext cx="216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spc="300">
                <a:solidFill>
                  <a:srgbClr val="117011"/>
                </a:solidFill>
                <a:latin typeface="JetBrains Mono"/>
              </a:rPr>
              <a:t>TEIL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0" y="2592000"/>
            <a:ext cx="90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41A15"/>
                </a:solidFill>
                <a:latin typeface="Archivo"/>
              </a:rPr>
              <a:t>Kapiteltitel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52000" y="864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spc="300">
                <a:solidFill>
                  <a:srgbClr val="526053"/>
                </a:solidFill>
                <a:latin typeface="JetBrains Mono"/>
              </a:rPr>
              <a:t>TEIL 2 · EINSTIEG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0" y="1188000"/>
            <a:ext cx="9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41A15"/>
                </a:solidFill>
                <a:latin typeface="Archivo"/>
              </a:rPr>
              <a:t>Eine Aussage pro Folie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000" y="2232000"/>
            <a:ext cx="72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41A15"/>
                </a:solidFill>
                <a:latin typeface="Instrument Sans"/>
              </a:rPr>
              <a:t>Erster Punkt in einem kurzen Satz</a:t>
            </a:r>
          </a:p>
          <a:p>
            <a:r>
              <a:rPr sz="2200" b="0">
                <a:solidFill>
                  <a:srgbClr val="141A15"/>
                </a:solidFill>
                <a:latin typeface="Instrument Sans"/>
              </a:rPr>
              <a:t>Zweiter Punkt in einem kurzen Satz</a:t>
            </a:r>
          </a:p>
          <a:p>
            <a:r>
              <a:rPr sz="2200" b="0">
                <a:solidFill>
                  <a:srgbClr val="141A15"/>
                </a:solidFill>
                <a:latin typeface="Instrument Sans"/>
              </a:rPr>
              <a:t>Dritter Punkt in einem kurzen Satz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000" y="1728000"/>
            <a:ext cx="902400" cy="28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32000" y="2232000"/>
            <a:ext cx="86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41A15"/>
                </a:solidFill>
                <a:latin typeface="Archivo"/>
              </a:rPr>
              <a:t>«Ein Zitat oder eine Kernaussage, höchstens zwei Zeilen.»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32000" y="4032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26053"/>
                </a:solidFill>
                <a:latin typeface="Instrument Sans"/>
              </a:rPr>
              <a:t>Name, Funktion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013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us_hauptlogo_negativ_2000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000" y="1440000"/>
            <a:ext cx="3173554" cy="288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40000" y="2520000"/>
            <a:ext cx="43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3EBE6"/>
                </a:solidFill>
                <a:latin typeface="Instrument Sans"/>
              </a:rPr>
              <a:t>Samuel Müller</a:t>
            </a:r>
          </a:p>
          <a:p>
            <a:r>
              <a:rPr sz="2200" b="0">
                <a:solidFill>
                  <a:srgbClr val="E3EBE6"/>
                </a:solidFill>
                <a:latin typeface="Instrument Sans"/>
              </a:rPr>
              <a:t>info@mius.ch</a:t>
            </a:r>
          </a:p>
          <a:p>
            <a:r>
              <a:rPr sz="2200" b="0">
                <a:solidFill>
                  <a:srgbClr val="E3EBE6"/>
                </a:solidFill>
                <a:latin typeface="Instrument Sans"/>
              </a:rPr>
              <a:t>mius.ch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IUS">
      <a:dk1>
        <a:srgbClr val="141A15"/>
      </a:dk1>
      <a:lt1>
        <a:srgbClr val="FFFFFF"/>
      </a:lt1>
      <a:dk2>
        <a:srgbClr val="001313"/>
      </a:dk2>
      <a:lt2>
        <a:srgbClr val="ECEEEC"/>
      </a:lt2>
      <a:accent1>
        <a:srgbClr val="117011"/>
      </a:accent1>
      <a:accent2>
        <a:srgbClr val="206B6B"/>
      </a:accent2>
      <a:accent3>
        <a:srgbClr val="2B8F2B"/>
      </a:accent3>
      <a:accent4>
        <a:srgbClr val="003D3D"/>
      </a:accent4>
      <a:accent5>
        <a:srgbClr val="80A732"/>
      </a:accent5>
      <a:accent6>
        <a:srgbClr val="526053"/>
      </a:accent6>
      <a:hlink>
        <a:srgbClr val="117011"/>
      </a:hlink>
      <a:folHlink>
        <a:srgbClr val="206B6B"/>
      </a:folHlink>
    </a:clrScheme>
    <a:fontScheme name="MIUS">
      <a:majorFont>
        <a:latin typeface="Archiv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strument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